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58" r:id="rId4"/>
    <p:sldId id="279" r:id="rId5"/>
    <p:sldId id="257" r:id="rId6"/>
    <p:sldId id="260" r:id="rId7"/>
    <p:sldId id="259" r:id="rId8"/>
    <p:sldId id="261" r:id="rId9"/>
    <p:sldId id="263" r:id="rId10"/>
    <p:sldId id="278" r:id="rId11"/>
    <p:sldId id="264" r:id="rId12"/>
    <p:sldId id="262" r:id="rId13"/>
    <p:sldId id="265" r:id="rId14"/>
    <p:sldId id="266" r:id="rId15"/>
    <p:sldId id="276" r:id="rId16"/>
    <p:sldId id="267" r:id="rId17"/>
    <p:sldId id="268" r:id="rId18"/>
    <p:sldId id="277" r:id="rId19"/>
    <p:sldId id="280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973CE0-FF9F-4C7E-AADA-CD473298AE17}" v="34" dt="2026-04-02T02:16:22.0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9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fairus ahmad" userId="2b305acc-54a2-4491-8495-ddb579374f8d" providerId="ADAL" clId="{8405E8D3-4D28-4219-A0B9-636484234BB3}"/>
    <pc:docChg chg="undo custSel addSld delSld modSld sldOrd">
      <pc:chgData name="mohd fairus ahmad" userId="2b305acc-54a2-4491-8495-ddb579374f8d" providerId="ADAL" clId="{8405E8D3-4D28-4219-A0B9-636484234BB3}" dt="2026-04-02T02:18:04.984" v="863" actId="20577"/>
      <pc:docMkLst>
        <pc:docMk/>
      </pc:docMkLst>
      <pc:sldChg chg="addSp modSp mod">
        <pc:chgData name="mohd fairus ahmad" userId="2b305acc-54a2-4491-8495-ddb579374f8d" providerId="ADAL" clId="{8405E8D3-4D28-4219-A0B9-636484234BB3}" dt="2026-04-01T05:17:21.933" v="47"/>
        <pc:sldMkLst>
          <pc:docMk/>
          <pc:sldMk cId="4127395839" sldId="257"/>
        </pc:sldMkLst>
        <pc:spChg chg="add mod">
          <ac:chgData name="mohd fairus ahmad" userId="2b305acc-54a2-4491-8495-ddb579374f8d" providerId="ADAL" clId="{8405E8D3-4D28-4219-A0B9-636484234BB3}" dt="2026-04-01T05:17:21.933" v="47"/>
          <ac:spMkLst>
            <pc:docMk/>
            <pc:sldMk cId="4127395839" sldId="257"/>
            <ac:spMk id="18" creationId="{EC56460B-62D7-8A42-3F1A-96B511108CD5}"/>
          </ac:spMkLst>
        </pc:spChg>
      </pc:sldChg>
      <pc:sldChg chg="modSp mod">
        <pc:chgData name="mohd fairus ahmad" userId="2b305acc-54a2-4491-8495-ddb579374f8d" providerId="ADAL" clId="{8405E8D3-4D28-4219-A0B9-636484234BB3}" dt="2026-04-01T05:20:52.324" v="177" actId="1440"/>
        <pc:sldMkLst>
          <pc:docMk/>
          <pc:sldMk cId="3331461470" sldId="258"/>
        </pc:sldMkLst>
        <pc:spChg chg="mod">
          <ac:chgData name="mohd fairus ahmad" userId="2b305acc-54a2-4491-8495-ddb579374f8d" providerId="ADAL" clId="{8405E8D3-4D28-4219-A0B9-636484234BB3}" dt="2026-04-01T05:20:44.514" v="176" actId="2"/>
          <ac:spMkLst>
            <pc:docMk/>
            <pc:sldMk cId="3331461470" sldId="258"/>
            <ac:spMk id="2" creationId="{6A5E8A8E-1FB2-F990-D47E-2870F7221CDC}"/>
          </ac:spMkLst>
        </pc:spChg>
        <pc:picChg chg="mod">
          <ac:chgData name="mohd fairus ahmad" userId="2b305acc-54a2-4491-8495-ddb579374f8d" providerId="ADAL" clId="{8405E8D3-4D28-4219-A0B9-636484234BB3}" dt="2026-04-01T05:20:52.324" v="177" actId="1440"/>
          <ac:picMkLst>
            <pc:docMk/>
            <pc:sldMk cId="3331461470" sldId="258"/>
            <ac:picMk id="5" creationId="{A43F2697-8697-DAEA-F86D-B6F725286300}"/>
          </ac:picMkLst>
        </pc:picChg>
      </pc:sldChg>
      <pc:sldChg chg="modSp mod">
        <pc:chgData name="mohd fairus ahmad" userId="2b305acc-54a2-4491-8495-ddb579374f8d" providerId="ADAL" clId="{8405E8D3-4D28-4219-A0B9-636484234BB3}" dt="2026-04-01T05:47:42.161" v="621" actId="20577"/>
        <pc:sldMkLst>
          <pc:docMk/>
          <pc:sldMk cId="2619358988" sldId="261"/>
        </pc:sldMkLst>
        <pc:spChg chg="mod">
          <ac:chgData name="mohd fairus ahmad" userId="2b305acc-54a2-4491-8495-ddb579374f8d" providerId="ADAL" clId="{8405E8D3-4D28-4219-A0B9-636484234BB3}" dt="2026-04-01T05:47:42.161" v="621" actId="20577"/>
          <ac:spMkLst>
            <pc:docMk/>
            <pc:sldMk cId="2619358988" sldId="261"/>
            <ac:spMk id="2" creationId="{E4DC19CF-201E-24D0-2A82-810EEABE0A4F}"/>
          </ac:spMkLst>
        </pc:spChg>
      </pc:sldChg>
      <pc:sldChg chg="modSp mod">
        <pc:chgData name="mohd fairus ahmad" userId="2b305acc-54a2-4491-8495-ddb579374f8d" providerId="ADAL" clId="{8405E8D3-4D28-4219-A0B9-636484234BB3}" dt="2026-04-01T05:14:55.275" v="0" actId="1076"/>
        <pc:sldMkLst>
          <pc:docMk/>
          <pc:sldMk cId="1897631028" sldId="262"/>
        </pc:sldMkLst>
        <pc:picChg chg="mod">
          <ac:chgData name="mohd fairus ahmad" userId="2b305acc-54a2-4491-8495-ddb579374f8d" providerId="ADAL" clId="{8405E8D3-4D28-4219-A0B9-636484234BB3}" dt="2026-04-01T05:14:55.275" v="0" actId="1076"/>
          <ac:picMkLst>
            <pc:docMk/>
            <pc:sldMk cId="1897631028" sldId="262"/>
            <ac:picMk id="5" creationId="{1ACCFE5B-8DA2-7E46-FADB-4058B607985A}"/>
          </ac:picMkLst>
        </pc:picChg>
      </pc:sldChg>
      <pc:sldChg chg="addSp delSp mod">
        <pc:chgData name="mohd fairus ahmad" userId="2b305acc-54a2-4491-8495-ddb579374f8d" providerId="ADAL" clId="{8405E8D3-4D28-4219-A0B9-636484234BB3}" dt="2026-04-02T01:56:57.160" v="680" actId="22"/>
        <pc:sldMkLst>
          <pc:docMk/>
          <pc:sldMk cId="1022446109" sldId="263"/>
        </pc:sldMkLst>
        <pc:spChg chg="add del">
          <ac:chgData name="mohd fairus ahmad" userId="2b305acc-54a2-4491-8495-ddb579374f8d" providerId="ADAL" clId="{8405E8D3-4D28-4219-A0B9-636484234BB3}" dt="2026-04-02T01:56:57.160" v="680" actId="22"/>
          <ac:spMkLst>
            <pc:docMk/>
            <pc:sldMk cId="1022446109" sldId="263"/>
            <ac:spMk id="3" creationId="{21C9B2F7-3786-DED2-23C7-8E6F08C2FE6A}"/>
          </ac:spMkLst>
        </pc:spChg>
      </pc:sldChg>
      <pc:sldChg chg="addSp modSp new mod">
        <pc:chgData name="mohd fairus ahmad" userId="2b305acc-54a2-4491-8495-ddb579374f8d" providerId="ADAL" clId="{8405E8D3-4D28-4219-A0B9-636484234BB3}" dt="2026-04-01T05:18:26.908" v="126" actId="11529"/>
        <pc:sldMkLst>
          <pc:docMk/>
          <pc:sldMk cId="3448773995" sldId="265"/>
        </pc:sldMkLst>
        <pc:spChg chg="mod">
          <ac:chgData name="mohd fairus ahmad" userId="2b305acc-54a2-4491-8495-ddb579374f8d" providerId="ADAL" clId="{8405E8D3-4D28-4219-A0B9-636484234BB3}" dt="2026-04-01T05:17:58.189" v="112" actId="20577"/>
          <ac:spMkLst>
            <pc:docMk/>
            <pc:sldMk cId="3448773995" sldId="265"/>
            <ac:spMk id="2" creationId="{9FD9D514-5E70-8CA7-B076-DEFA9104DC45}"/>
          </ac:spMkLst>
        </pc:spChg>
        <pc:spChg chg="add mod">
          <ac:chgData name="mohd fairus ahmad" userId="2b305acc-54a2-4491-8495-ddb579374f8d" providerId="ADAL" clId="{8405E8D3-4D28-4219-A0B9-636484234BB3}" dt="2026-04-01T05:17:43.569" v="80" actId="1076"/>
          <ac:spMkLst>
            <pc:docMk/>
            <pc:sldMk cId="3448773995" sldId="265"/>
            <ac:spMk id="6" creationId="{9E05E894-31DF-840C-FF3C-3AA84937CB57}"/>
          </ac:spMkLst>
        </pc:spChg>
        <pc:spChg chg="add mod">
          <ac:chgData name="mohd fairus ahmad" userId="2b305acc-54a2-4491-8495-ddb579374f8d" providerId="ADAL" clId="{8405E8D3-4D28-4219-A0B9-636484234BB3}" dt="2026-04-01T05:18:10.468" v="122" actId="20577"/>
          <ac:spMkLst>
            <pc:docMk/>
            <pc:sldMk cId="3448773995" sldId="265"/>
            <ac:spMk id="7" creationId="{065EC79A-3856-8AE4-7143-8E1D0FD18594}"/>
          </ac:spMkLst>
        </pc:spChg>
        <pc:picChg chg="add mod modCrop">
          <ac:chgData name="mohd fairus ahmad" userId="2b305acc-54a2-4491-8495-ddb579374f8d" providerId="ADAL" clId="{8405E8D3-4D28-4219-A0B9-636484234BB3}" dt="2026-04-01T05:16:13.906" v="7" actId="1076"/>
          <ac:picMkLst>
            <pc:docMk/>
            <pc:sldMk cId="3448773995" sldId="265"/>
            <ac:picMk id="5" creationId="{AE701714-4372-CDA6-8DD7-02502AB344F1}"/>
          </ac:picMkLst>
        </pc:picChg>
        <pc:cxnChg chg="add mod">
          <ac:chgData name="mohd fairus ahmad" userId="2b305acc-54a2-4491-8495-ddb579374f8d" providerId="ADAL" clId="{8405E8D3-4D28-4219-A0B9-636484234BB3}" dt="2026-04-01T05:18:22.128" v="125"/>
          <ac:cxnSpMkLst>
            <pc:docMk/>
            <pc:sldMk cId="3448773995" sldId="265"/>
            <ac:cxnSpMk id="9" creationId="{710E071C-A60F-66CD-4063-78C68F443892}"/>
          </ac:cxnSpMkLst>
        </pc:cxnChg>
        <pc:cxnChg chg="add">
          <ac:chgData name="mohd fairus ahmad" userId="2b305acc-54a2-4491-8495-ddb579374f8d" providerId="ADAL" clId="{8405E8D3-4D28-4219-A0B9-636484234BB3}" dt="2026-04-01T05:18:26.908" v="126" actId="11529"/>
          <ac:cxnSpMkLst>
            <pc:docMk/>
            <pc:sldMk cId="3448773995" sldId="265"/>
            <ac:cxnSpMk id="11" creationId="{F0FFED56-D2E8-605A-27DC-DF3D3DC8C3A9}"/>
          </ac:cxnSpMkLst>
        </pc:cxnChg>
      </pc:sldChg>
      <pc:sldChg chg="addSp delSp modSp new mod">
        <pc:chgData name="mohd fairus ahmad" userId="2b305acc-54a2-4491-8495-ddb579374f8d" providerId="ADAL" clId="{8405E8D3-4D28-4219-A0B9-636484234BB3}" dt="2026-04-01T05:49:48.143" v="626" actId="21"/>
        <pc:sldMkLst>
          <pc:docMk/>
          <pc:sldMk cId="1799015716" sldId="266"/>
        </pc:sldMkLst>
        <pc:spChg chg="mod">
          <ac:chgData name="mohd fairus ahmad" userId="2b305acc-54a2-4491-8495-ddb579374f8d" providerId="ADAL" clId="{8405E8D3-4D28-4219-A0B9-636484234BB3}" dt="2026-04-01T05:19:53.454" v="174" actId="20577"/>
          <ac:spMkLst>
            <pc:docMk/>
            <pc:sldMk cId="1799015716" sldId="266"/>
            <ac:spMk id="2" creationId="{CA91F371-6379-FE5D-6AE2-E31DB06CD2CA}"/>
          </ac:spMkLst>
        </pc:spChg>
        <pc:spChg chg="del">
          <ac:chgData name="mohd fairus ahmad" userId="2b305acc-54a2-4491-8495-ddb579374f8d" providerId="ADAL" clId="{8405E8D3-4D28-4219-A0B9-636484234BB3}" dt="2026-04-01T05:19:34.748" v="128" actId="22"/>
          <ac:spMkLst>
            <pc:docMk/>
            <pc:sldMk cId="1799015716" sldId="266"/>
            <ac:spMk id="3" creationId="{42964E5E-A542-F98E-CA82-96295D0FEFCE}"/>
          </ac:spMkLst>
        </pc:spChg>
        <pc:spChg chg="add mod">
          <ac:chgData name="mohd fairus ahmad" userId="2b305acc-54a2-4491-8495-ddb579374f8d" providerId="ADAL" clId="{8405E8D3-4D28-4219-A0B9-636484234BB3}" dt="2026-04-01T05:21:39.218" v="197" actId="1076"/>
          <ac:spMkLst>
            <pc:docMk/>
            <pc:sldMk cId="1799015716" sldId="266"/>
            <ac:spMk id="6" creationId="{7FB64B41-9BE1-C09D-397C-FCC80020CB73}"/>
          </ac:spMkLst>
        </pc:spChg>
        <pc:spChg chg="add mod">
          <ac:chgData name="mohd fairus ahmad" userId="2b305acc-54a2-4491-8495-ddb579374f8d" providerId="ADAL" clId="{8405E8D3-4D28-4219-A0B9-636484234BB3}" dt="2026-04-01T05:22:15.873" v="243" actId="1076"/>
          <ac:spMkLst>
            <pc:docMk/>
            <pc:sldMk cId="1799015716" sldId="266"/>
            <ac:spMk id="7" creationId="{0160E7EB-E45F-53D1-E6E1-C3736DFE8D8E}"/>
          </ac:spMkLst>
        </pc:spChg>
        <pc:spChg chg="add mod">
          <ac:chgData name="mohd fairus ahmad" userId="2b305acc-54a2-4491-8495-ddb579374f8d" providerId="ADAL" clId="{8405E8D3-4D28-4219-A0B9-636484234BB3}" dt="2026-04-01T05:23:58.130" v="268" actId="20577"/>
          <ac:spMkLst>
            <pc:docMk/>
            <pc:sldMk cId="1799015716" sldId="266"/>
            <ac:spMk id="8" creationId="{3E14B950-9A99-213B-3467-CF9023F5D489}"/>
          </ac:spMkLst>
        </pc:spChg>
        <pc:picChg chg="add mod ord">
          <ac:chgData name="mohd fairus ahmad" userId="2b305acc-54a2-4491-8495-ddb579374f8d" providerId="ADAL" clId="{8405E8D3-4D28-4219-A0B9-636484234BB3}" dt="2026-04-01T05:19:34.748" v="128" actId="22"/>
          <ac:picMkLst>
            <pc:docMk/>
            <pc:sldMk cId="1799015716" sldId="266"/>
            <ac:picMk id="5" creationId="{534FA1C6-6612-8FC6-8E2B-924B59DE6981}"/>
          </ac:picMkLst>
        </pc:picChg>
        <pc:picChg chg="add del mod">
          <ac:chgData name="mohd fairus ahmad" userId="2b305acc-54a2-4491-8495-ddb579374f8d" providerId="ADAL" clId="{8405E8D3-4D28-4219-A0B9-636484234BB3}" dt="2026-04-01T05:49:48.143" v="626" actId="21"/>
          <ac:picMkLst>
            <pc:docMk/>
            <pc:sldMk cId="1799015716" sldId="266"/>
            <ac:picMk id="10" creationId="{46B8F315-6654-1FC8-DC33-76180DF9EC4E}"/>
          </ac:picMkLst>
        </pc:picChg>
      </pc:sldChg>
      <pc:sldChg chg="addSp delSp modSp new mod setBg">
        <pc:chgData name="mohd fairus ahmad" userId="2b305acc-54a2-4491-8495-ddb579374f8d" providerId="ADAL" clId="{8405E8D3-4D28-4219-A0B9-636484234BB3}" dt="2026-04-01T05:27:57.378" v="347" actId="1076"/>
        <pc:sldMkLst>
          <pc:docMk/>
          <pc:sldMk cId="1225205673" sldId="267"/>
        </pc:sldMkLst>
        <pc:spChg chg="mod">
          <ac:chgData name="mohd fairus ahmad" userId="2b305acc-54a2-4491-8495-ddb579374f8d" providerId="ADAL" clId="{8405E8D3-4D28-4219-A0B9-636484234BB3}" dt="2026-04-01T05:26:47.180" v="330" actId="20577"/>
          <ac:spMkLst>
            <pc:docMk/>
            <pc:sldMk cId="1225205673" sldId="267"/>
            <ac:spMk id="2" creationId="{ABC37B01-249E-E180-BF54-6ABFE435AE95}"/>
          </ac:spMkLst>
        </pc:spChg>
        <pc:spChg chg="del">
          <ac:chgData name="mohd fairus ahmad" userId="2b305acc-54a2-4491-8495-ddb579374f8d" providerId="ADAL" clId="{8405E8D3-4D28-4219-A0B9-636484234BB3}" dt="2026-04-01T05:25:09.449" v="290" actId="22"/>
          <ac:spMkLst>
            <pc:docMk/>
            <pc:sldMk cId="1225205673" sldId="267"/>
            <ac:spMk id="3" creationId="{0CFEA011-723B-907D-AD55-232208374B36}"/>
          </ac:spMkLst>
        </pc:spChg>
        <pc:spChg chg="add del mod">
          <ac:chgData name="mohd fairus ahmad" userId="2b305acc-54a2-4491-8495-ddb579374f8d" providerId="ADAL" clId="{8405E8D3-4D28-4219-A0B9-636484234BB3}" dt="2026-04-01T05:26:21.247" v="308" actId="11529"/>
          <ac:spMkLst>
            <pc:docMk/>
            <pc:sldMk cId="1225205673" sldId="267"/>
            <ac:spMk id="6" creationId="{546E296F-2A7F-7ADD-6C74-8DD1FF3AF820}"/>
          </ac:spMkLst>
        </pc:spChg>
        <pc:spChg chg="add mod">
          <ac:chgData name="mohd fairus ahmad" userId="2b305acc-54a2-4491-8495-ddb579374f8d" providerId="ADAL" clId="{8405E8D3-4D28-4219-A0B9-636484234BB3}" dt="2026-04-01T05:26:19.491" v="304" actId="1076"/>
          <ac:spMkLst>
            <pc:docMk/>
            <pc:sldMk cId="1225205673" sldId="267"/>
            <ac:spMk id="7" creationId="{5A79E1AC-9B04-74BB-0C59-C6709F03764A}"/>
          </ac:spMkLst>
        </pc:spChg>
        <pc:spChg chg="add mod">
          <ac:chgData name="mohd fairus ahmad" userId="2b305acc-54a2-4491-8495-ddb579374f8d" providerId="ADAL" clId="{8405E8D3-4D28-4219-A0B9-636484234BB3}" dt="2026-04-01T05:27:24.698" v="336" actId="14100"/>
          <ac:spMkLst>
            <pc:docMk/>
            <pc:sldMk cId="1225205673" sldId="267"/>
            <ac:spMk id="8" creationId="{AD8F9C20-7AE5-D3C7-6BCA-80FE63C91297}"/>
          </ac:spMkLst>
        </pc:spChg>
        <pc:spChg chg="add del">
          <ac:chgData name="mohd fairus ahmad" userId="2b305acc-54a2-4491-8495-ddb579374f8d" providerId="ADAL" clId="{8405E8D3-4D28-4219-A0B9-636484234BB3}" dt="2026-04-01T05:26:21.743" v="309" actId="26606"/>
          <ac:spMkLst>
            <pc:docMk/>
            <pc:sldMk cId="1225205673" sldId="267"/>
            <ac:spMk id="9" creationId="{A2FA0F63-BD7C-8621-2401-AE845034D0B1}"/>
          </ac:spMkLst>
        </pc:spChg>
        <pc:spChg chg="add mod">
          <ac:chgData name="mohd fairus ahmad" userId="2b305acc-54a2-4491-8495-ddb579374f8d" providerId="ADAL" clId="{8405E8D3-4D28-4219-A0B9-636484234BB3}" dt="2026-04-01T05:27:30.873" v="339" actId="14100"/>
          <ac:spMkLst>
            <pc:docMk/>
            <pc:sldMk cId="1225205673" sldId="267"/>
            <ac:spMk id="10" creationId="{C431CA82-1409-EF30-0102-E60372C80787}"/>
          </ac:spMkLst>
        </pc:spChg>
        <pc:spChg chg="add">
          <ac:chgData name="mohd fairus ahmad" userId="2b305acc-54a2-4491-8495-ddb579374f8d" providerId="ADAL" clId="{8405E8D3-4D28-4219-A0B9-636484234BB3}" dt="2026-04-01T05:27:41.483" v="340" actId="11529"/>
          <ac:spMkLst>
            <pc:docMk/>
            <pc:sldMk cId="1225205673" sldId="267"/>
            <ac:spMk id="11" creationId="{EC7B2222-684D-42DE-5EED-357C013B6EC5}"/>
          </ac:spMkLst>
        </pc:spChg>
        <pc:spChg chg="add del">
          <ac:chgData name="mohd fairus ahmad" userId="2b305acc-54a2-4491-8495-ddb579374f8d" providerId="ADAL" clId="{8405E8D3-4D28-4219-A0B9-636484234BB3}" dt="2026-04-01T05:26:21.743" v="309" actId="26606"/>
          <ac:spMkLst>
            <pc:docMk/>
            <pc:sldMk cId="1225205673" sldId="267"/>
            <ac:spMk id="12" creationId="{F13C74B1-5B17-4795-BED0-7140497B445A}"/>
          </ac:spMkLst>
        </pc:spChg>
        <pc:spChg chg="add mod">
          <ac:chgData name="mohd fairus ahmad" userId="2b305acc-54a2-4491-8495-ddb579374f8d" providerId="ADAL" clId="{8405E8D3-4D28-4219-A0B9-636484234BB3}" dt="2026-04-01T05:27:48.258" v="343" actId="14100"/>
          <ac:spMkLst>
            <pc:docMk/>
            <pc:sldMk cId="1225205673" sldId="267"/>
            <ac:spMk id="13" creationId="{EA8509DF-F685-B37C-D767-CCE6D4AE2B8C}"/>
          </ac:spMkLst>
        </pc:spChg>
        <pc:spChg chg="add del">
          <ac:chgData name="mohd fairus ahmad" userId="2b305acc-54a2-4491-8495-ddb579374f8d" providerId="ADAL" clId="{8405E8D3-4D28-4219-A0B9-636484234BB3}" dt="2026-04-01T05:26:21.743" v="309" actId="26606"/>
          <ac:spMkLst>
            <pc:docMk/>
            <pc:sldMk cId="1225205673" sldId="267"/>
            <ac:spMk id="14" creationId="{D4974D33-8DC5-464E-8C6D-BE58F0669C17}"/>
          </ac:spMkLst>
        </pc:spChg>
        <pc:spChg chg="add mod">
          <ac:chgData name="mohd fairus ahmad" userId="2b305acc-54a2-4491-8495-ddb579374f8d" providerId="ADAL" clId="{8405E8D3-4D28-4219-A0B9-636484234BB3}" dt="2026-04-01T05:27:57.378" v="347" actId="1076"/>
          <ac:spMkLst>
            <pc:docMk/>
            <pc:sldMk cId="1225205673" sldId="267"/>
            <ac:spMk id="15" creationId="{0ACAF15E-5F4D-36A2-55F5-2B7C27F6B709}"/>
          </ac:spMkLst>
        </pc:spChg>
        <pc:picChg chg="add mod ord">
          <ac:chgData name="mohd fairus ahmad" userId="2b305acc-54a2-4491-8495-ddb579374f8d" providerId="ADAL" clId="{8405E8D3-4D28-4219-A0B9-636484234BB3}" dt="2026-04-01T05:27:54.043" v="346" actId="1076"/>
          <ac:picMkLst>
            <pc:docMk/>
            <pc:sldMk cId="1225205673" sldId="267"/>
            <ac:picMk id="5" creationId="{163D82B6-1E47-B816-6A67-1A7B67E17E55}"/>
          </ac:picMkLst>
        </pc:picChg>
      </pc:sldChg>
      <pc:sldChg chg="addSp delSp modSp new mod setBg">
        <pc:chgData name="mohd fairus ahmad" userId="2b305acc-54a2-4491-8495-ddb579374f8d" providerId="ADAL" clId="{8405E8D3-4D28-4219-A0B9-636484234BB3}" dt="2026-04-01T05:29:20.900" v="380" actId="11529"/>
        <pc:sldMkLst>
          <pc:docMk/>
          <pc:sldMk cId="3795054970" sldId="268"/>
        </pc:sldMkLst>
        <pc:spChg chg="add del">
          <ac:chgData name="mohd fairus ahmad" userId="2b305acc-54a2-4491-8495-ddb579374f8d" providerId="ADAL" clId="{8405E8D3-4D28-4219-A0B9-636484234BB3}" dt="2026-04-01T05:28:40.734" v="354" actId="26606"/>
          <ac:spMkLst>
            <pc:docMk/>
            <pc:sldMk cId="3795054970" sldId="268"/>
            <ac:spMk id="2" creationId="{3D1BB9D9-65F8-9BA0-642B-9DD684277F7A}"/>
          </ac:spMkLst>
        </pc:spChg>
        <pc:spChg chg="del">
          <ac:chgData name="mohd fairus ahmad" userId="2b305acc-54a2-4491-8495-ddb579374f8d" providerId="ADAL" clId="{8405E8D3-4D28-4219-A0B9-636484234BB3}" dt="2026-04-01T05:28:23.850" v="349" actId="22"/>
          <ac:spMkLst>
            <pc:docMk/>
            <pc:sldMk cId="3795054970" sldId="268"/>
            <ac:spMk id="3" creationId="{F2F3B5B7-365C-1037-3FA7-A5AAC233E285}"/>
          </ac:spMkLst>
        </pc:spChg>
        <pc:spChg chg="add mod">
          <ac:chgData name="mohd fairus ahmad" userId="2b305acc-54a2-4491-8495-ddb579374f8d" providerId="ADAL" clId="{8405E8D3-4D28-4219-A0B9-636484234BB3}" dt="2026-04-01T05:29:06.219" v="378" actId="20577"/>
          <ac:spMkLst>
            <pc:docMk/>
            <pc:sldMk cId="3795054970" sldId="268"/>
            <ac:spMk id="6" creationId="{978144D9-19F3-E876-8EC1-39B154E3166B}"/>
          </ac:spMkLst>
        </pc:spChg>
        <pc:spChg chg="add">
          <ac:chgData name="mohd fairus ahmad" userId="2b305acc-54a2-4491-8495-ddb579374f8d" providerId="ADAL" clId="{8405E8D3-4D28-4219-A0B9-636484234BB3}" dt="2026-04-01T05:29:16.603" v="379" actId="11529"/>
          <ac:spMkLst>
            <pc:docMk/>
            <pc:sldMk cId="3795054970" sldId="268"/>
            <ac:spMk id="7" creationId="{BDD925E1-89F5-1938-64CE-41C5443E1E9F}"/>
          </ac:spMkLst>
        </pc:spChg>
        <pc:spChg chg="add">
          <ac:chgData name="mohd fairus ahmad" userId="2b305acc-54a2-4491-8495-ddb579374f8d" providerId="ADAL" clId="{8405E8D3-4D28-4219-A0B9-636484234BB3}" dt="2026-04-01T05:29:20.900" v="380" actId="11529"/>
          <ac:spMkLst>
            <pc:docMk/>
            <pc:sldMk cId="3795054970" sldId="268"/>
            <ac:spMk id="8" creationId="{C46533F4-38FF-7F95-CCDF-77D4EDD54869}"/>
          </ac:spMkLst>
        </pc:spChg>
        <pc:spChg chg="add del">
          <ac:chgData name="mohd fairus ahmad" userId="2b305acc-54a2-4491-8495-ddb579374f8d" providerId="ADAL" clId="{8405E8D3-4D28-4219-A0B9-636484234BB3}" dt="2026-04-01T05:28:40.734" v="354" actId="26606"/>
          <ac:spMkLst>
            <pc:docMk/>
            <pc:sldMk cId="3795054970" sldId="268"/>
            <ac:spMk id="10" creationId="{F3060C83-F051-4F0E-ABAD-AA0DFC48B218}"/>
          </ac:spMkLst>
        </pc:spChg>
        <pc:spChg chg="add del">
          <ac:chgData name="mohd fairus ahmad" userId="2b305acc-54a2-4491-8495-ddb579374f8d" providerId="ADAL" clId="{8405E8D3-4D28-4219-A0B9-636484234BB3}" dt="2026-04-01T05:28:40.734" v="354" actId="26606"/>
          <ac:spMkLst>
            <pc:docMk/>
            <pc:sldMk cId="3795054970" sldId="268"/>
            <ac:spMk id="12" creationId="{83C98ABE-055B-441F-B07E-44F97F083C39}"/>
          </ac:spMkLst>
        </pc:spChg>
        <pc:spChg chg="add del">
          <ac:chgData name="mohd fairus ahmad" userId="2b305acc-54a2-4491-8495-ddb579374f8d" providerId="ADAL" clId="{8405E8D3-4D28-4219-A0B9-636484234BB3}" dt="2026-04-01T05:28:40.734" v="354" actId="26606"/>
          <ac:spMkLst>
            <pc:docMk/>
            <pc:sldMk cId="3795054970" sldId="268"/>
            <ac:spMk id="14" creationId="{29FDB030-9B49-4CED-8CCD-4D99382388AC}"/>
          </ac:spMkLst>
        </pc:spChg>
        <pc:spChg chg="add del">
          <ac:chgData name="mohd fairus ahmad" userId="2b305acc-54a2-4491-8495-ddb579374f8d" providerId="ADAL" clId="{8405E8D3-4D28-4219-A0B9-636484234BB3}" dt="2026-04-01T05:28:40.734" v="354" actId="26606"/>
          <ac:spMkLst>
            <pc:docMk/>
            <pc:sldMk cId="3795054970" sldId="268"/>
            <ac:spMk id="16" creationId="{3783CA14-24A1-485C-8B30-D6A5D87987AD}"/>
          </ac:spMkLst>
        </pc:spChg>
        <pc:spChg chg="add del">
          <ac:chgData name="mohd fairus ahmad" userId="2b305acc-54a2-4491-8495-ddb579374f8d" providerId="ADAL" clId="{8405E8D3-4D28-4219-A0B9-636484234BB3}" dt="2026-04-01T05:28:40.734" v="354" actId="26606"/>
          <ac:spMkLst>
            <pc:docMk/>
            <pc:sldMk cId="3795054970" sldId="268"/>
            <ac:spMk id="18" creationId="{9A97C86A-04D6-40F7-AE84-31AB43E6A846}"/>
          </ac:spMkLst>
        </pc:spChg>
        <pc:spChg chg="add del">
          <ac:chgData name="mohd fairus ahmad" userId="2b305acc-54a2-4491-8495-ddb579374f8d" providerId="ADAL" clId="{8405E8D3-4D28-4219-A0B9-636484234BB3}" dt="2026-04-01T05:28:40.734" v="354" actId="26606"/>
          <ac:spMkLst>
            <pc:docMk/>
            <pc:sldMk cId="3795054970" sldId="268"/>
            <ac:spMk id="20" creationId="{FF9F2414-84E8-453E-B1F3-389FDE8192D9}"/>
          </ac:spMkLst>
        </pc:spChg>
        <pc:spChg chg="add del">
          <ac:chgData name="mohd fairus ahmad" userId="2b305acc-54a2-4491-8495-ddb579374f8d" providerId="ADAL" clId="{8405E8D3-4D28-4219-A0B9-636484234BB3}" dt="2026-04-01T05:28:40.734" v="354" actId="26606"/>
          <ac:spMkLst>
            <pc:docMk/>
            <pc:sldMk cId="3795054970" sldId="268"/>
            <ac:spMk id="22" creationId="{3ECA69A1-7536-43AC-85EF-C7106179F5ED}"/>
          </ac:spMkLst>
        </pc:spChg>
        <pc:picChg chg="add mod ord">
          <ac:chgData name="mohd fairus ahmad" userId="2b305acc-54a2-4491-8495-ddb579374f8d" providerId="ADAL" clId="{8405E8D3-4D28-4219-A0B9-636484234BB3}" dt="2026-04-01T05:28:48.473" v="357" actId="1076"/>
          <ac:picMkLst>
            <pc:docMk/>
            <pc:sldMk cId="3795054970" sldId="268"/>
            <ac:picMk id="5" creationId="{8B19EA16-1288-1550-3CAE-498481FA72F2}"/>
          </ac:picMkLst>
        </pc:picChg>
      </pc:sldChg>
      <pc:sldChg chg="addSp delSp modSp new mod">
        <pc:chgData name="mohd fairus ahmad" userId="2b305acc-54a2-4491-8495-ddb579374f8d" providerId="ADAL" clId="{8405E8D3-4D28-4219-A0B9-636484234BB3}" dt="2026-04-02T02:16:50.928" v="785" actId="121"/>
        <pc:sldMkLst>
          <pc:docMk/>
          <pc:sldMk cId="1024106428" sldId="269"/>
        </pc:sldMkLst>
        <pc:spChg chg="mod ord">
          <ac:chgData name="mohd fairus ahmad" userId="2b305acc-54a2-4491-8495-ddb579374f8d" providerId="ADAL" clId="{8405E8D3-4D28-4219-A0B9-636484234BB3}" dt="2026-04-02T02:16:50.928" v="785" actId="121"/>
          <ac:spMkLst>
            <pc:docMk/>
            <pc:sldMk cId="1024106428" sldId="269"/>
            <ac:spMk id="2" creationId="{571EDD13-EC9F-EBCC-1D6D-D6F9C0A8C6BD}"/>
          </ac:spMkLst>
        </pc:spChg>
        <pc:spChg chg="add del mod">
          <ac:chgData name="mohd fairus ahmad" userId="2b305acc-54a2-4491-8495-ddb579374f8d" providerId="ADAL" clId="{8405E8D3-4D28-4219-A0B9-636484234BB3}" dt="2026-04-02T02:16:49.189" v="784" actId="478"/>
          <ac:spMkLst>
            <pc:docMk/>
            <pc:sldMk cId="1024106428" sldId="269"/>
            <ac:spMk id="4" creationId="{B69283C5-9FDD-B7C9-EE79-652C65F1E886}"/>
          </ac:spMkLst>
        </pc:spChg>
        <pc:spChg chg="add mod">
          <ac:chgData name="mohd fairus ahmad" userId="2b305acc-54a2-4491-8495-ddb579374f8d" providerId="ADAL" clId="{8405E8D3-4D28-4219-A0B9-636484234BB3}" dt="2026-04-01T05:30:37.202" v="397" actId="1076"/>
          <ac:spMkLst>
            <pc:docMk/>
            <pc:sldMk cId="1024106428" sldId="269"/>
            <ac:spMk id="6" creationId="{B17098B2-6061-46CC-D5E8-C2C7EC27289C}"/>
          </ac:spMkLst>
        </pc:spChg>
        <pc:spChg chg="add mod">
          <ac:chgData name="mohd fairus ahmad" userId="2b305acc-54a2-4491-8495-ddb579374f8d" providerId="ADAL" clId="{8405E8D3-4D28-4219-A0B9-636484234BB3}" dt="2026-04-01T05:30:13.210" v="388" actId="1076"/>
          <ac:spMkLst>
            <pc:docMk/>
            <pc:sldMk cId="1024106428" sldId="269"/>
            <ac:spMk id="7" creationId="{CE26F717-CD00-E89F-8E8E-F8A9766B1662}"/>
          </ac:spMkLst>
        </pc:spChg>
        <pc:spChg chg="add mod">
          <ac:chgData name="mohd fairus ahmad" userId="2b305acc-54a2-4491-8495-ddb579374f8d" providerId="ADAL" clId="{8405E8D3-4D28-4219-A0B9-636484234BB3}" dt="2026-04-01T05:30:18.290" v="390" actId="20577"/>
          <ac:spMkLst>
            <pc:docMk/>
            <pc:sldMk cId="1024106428" sldId="269"/>
            <ac:spMk id="8" creationId="{19FD1942-C25F-5A0F-4220-B25E5C298D1B}"/>
          </ac:spMkLst>
        </pc:spChg>
        <pc:spChg chg="add mod">
          <ac:chgData name="mohd fairus ahmad" userId="2b305acc-54a2-4491-8495-ddb579374f8d" providerId="ADAL" clId="{8405E8D3-4D28-4219-A0B9-636484234BB3}" dt="2026-04-01T05:30:25.017" v="393" actId="20577"/>
          <ac:spMkLst>
            <pc:docMk/>
            <pc:sldMk cId="1024106428" sldId="269"/>
            <ac:spMk id="9" creationId="{2472D5FE-0159-1206-E1A5-ADAC06499C30}"/>
          </ac:spMkLst>
        </pc:spChg>
        <pc:spChg chg="add mod">
          <ac:chgData name="mohd fairus ahmad" userId="2b305acc-54a2-4491-8495-ddb579374f8d" providerId="ADAL" clId="{8405E8D3-4D28-4219-A0B9-636484234BB3}" dt="2026-04-01T05:30:32.802" v="396" actId="20577"/>
          <ac:spMkLst>
            <pc:docMk/>
            <pc:sldMk cId="1024106428" sldId="269"/>
            <ac:spMk id="10" creationId="{82EA8FD0-305C-6024-B2A2-B9EB728DC64D}"/>
          </ac:spMkLst>
        </pc:spChg>
        <pc:picChg chg="add mod">
          <ac:chgData name="mohd fairus ahmad" userId="2b305acc-54a2-4491-8495-ddb579374f8d" providerId="ADAL" clId="{8405E8D3-4D28-4219-A0B9-636484234BB3}" dt="2026-04-01T05:29:54.769" v="383" actId="1076"/>
          <ac:picMkLst>
            <pc:docMk/>
            <pc:sldMk cId="1024106428" sldId="269"/>
            <ac:picMk id="5" creationId="{08C79024-419F-D179-49E2-820596B660D0}"/>
          </ac:picMkLst>
        </pc:picChg>
      </pc:sldChg>
      <pc:sldChg chg="addSp delSp modSp new mod">
        <pc:chgData name="mohd fairus ahmad" userId="2b305acc-54a2-4491-8495-ddb579374f8d" providerId="ADAL" clId="{8405E8D3-4D28-4219-A0B9-636484234BB3}" dt="2026-04-01T05:37:27.420" v="500" actId="478"/>
        <pc:sldMkLst>
          <pc:docMk/>
          <pc:sldMk cId="3148510459" sldId="270"/>
        </pc:sldMkLst>
        <pc:spChg chg="mod">
          <ac:chgData name="mohd fairus ahmad" userId="2b305acc-54a2-4491-8495-ddb579374f8d" providerId="ADAL" clId="{8405E8D3-4D28-4219-A0B9-636484234BB3}" dt="2026-04-01T05:33:18.490" v="429" actId="313"/>
          <ac:spMkLst>
            <pc:docMk/>
            <pc:sldMk cId="3148510459" sldId="270"/>
            <ac:spMk id="2" creationId="{661629EC-33B3-EBE4-2892-00F9373BAB73}"/>
          </ac:spMkLst>
        </pc:spChg>
        <pc:spChg chg="del">
          <ac:chgData name="mohd fairus ahmad" userId="2b305acc-54a2-4491-8495-ddb579374f8d" providerId="ADAL" clId="{8405E8D3-4D28-4219-A0B9-636484234BB3}" dt="2026-04-01T05:33:02.615" v="399" actId="22"/>
          <ac:spMkLst>
            <pc:docMk/>
            <pc:sldMk cId="3148510459" sldId="270"/>
            <ac:spMk id="3" creationId="{2EF8B250-58DD-1A03-CE55-F849EE997338}"/>
          </ac:spMkLst>
        </pc:spChg>
        <pc:spChg chg="add mod">
          <ac:chgData name="mohd fairus ahmad" userId="2b305acc-54a2-4491-8495-ddb579374f8d" providerId="ADAL" clId="{8405E8D3-4D28-4219-A0B9-636484234BB3}" dt="2026-04-01T05:34:03.540" v="439" actId="1076"/>
          <ac:spMkLst>
            <pc:docMk/>
            <pc:sldMk cId="3148510459" sldId="270"/>
            <ac:spMk id="7" creationId="{4511D209-775D-5C93-36CE-AB78F1C52413}"/>
          </ac:spMkLst>
        </pc:spChg>
        <pc:picChg chg="add mod ord modCrop">
          <ac:chgData name="mohd fairus ahmad" userId="2b305acc-54a2-4491-8495-ddb579374f8d" providerId="ADAL" clId="{8405E8D3-4D28-4219-A0B9-636484234BB3}" dt="2026-04-01T05:33:53.010" v="437" actId="1076"/>
          <ac:picMkLst>
            <pc:docMk/>
            <pc:sldMk cId="3148510459" sldId="270"/>
            <ac:picMk id="5" creationId="{50899244-3959-79BB-FA09-CEDBB4710750}"/>
          </ac:picMkLst>
        </pc:picChg>
        <pc:picChg chg="add mod modCrop">
          <ac:chgData name="mohd fairus ahmad" userId="2b305acc-54a2-4491-8495-ddb579374f8d" providerId="ADAL" clId="{8405E8D3-4D28-4219-A0B9-636484234BB3}" dt="2026-04-01T05:33:50.697" v="436" actId="14100"/>
          <ac:picMkLst>
            <pc:docMk/>
            <pc:sldMk cId="3148510459" sldId="270"/>
            <ac:picMk id="6" creationId="{9B7B3CE6-A07C-5D63-A114-109E013A3509}"/>
          </ac:picMkLst>
        </pc:picChg>
        <pc:picChg chg="add del">
          <ac:chgData name="mohd fairus ahmad" userId="2b305acc-54a2-4491-8495-ddb579374f8d" providerId="ADAL" clId="{8405E8D3-4D28-4219-A0B9-636484234BB3}" dt="2026-04-01T05:37:27.420" v="500" actId="478"/>
          <ac:picMkLst>
            <pc:docMk/>
            <pc:sldMk cId="3148510459" sldId="270"/>
            <ac:picMk id="12" creationId="{B1EA2E03-340C-E7A9-58DF-7CA8CB667F84}"/>
          </ac:picMkLst>
        </pc:picChg>
        <pc:cxnChg chg="add mod">
          <ac:chgData name="mohd fairus ahmad" userId="2b305acc-54a2-4491-8495-ddb579374f8d" providerId="ADAL" clId="{8405E8D3-4D28-4219-A0B9-636484234BB3}" dt="2026-04-01T05:34:16.666" v="442" actId="14100"/>
          <ac:cxnSpMkLst>
            <pc:docMk/>
            <pc:sldMk cId="3148510459" sldId="270"/>
            <ac:cxnSpMk id="9" creationId="{890B9C66-EE3A-A11E-B162-A9B8FDA8DE88}"/>
          </ac:cxnSpMkLst>
        </pc:cxnChg>
      </pc:sldChg>
      <pc:sldChg chg="addSp delSp modSp new mod">
        <pc:chgData name="mohd fairus ahmad" userId="2b305acc-54a2-4491-8495-ddb579374f8d" providerId="ADAL" clId="{8405E8D3-4D28-4219-A0B9-636484234BB3}" dt="2026-04-01T05:35:21.674" v="495" actId="1076"/>
        <pc:sldMkLst>
          <pc:docMk/>
          <pc:sldMk cId="2614961454" sldId="271"/>
        </pc:sldMkLst>
        <pc:spChg chg="del">
          <ac:chgData name="mohd fairus ahmad" userId="2b305acc-54a2-4491-8495-ddb579374f8d" providerId="ADAL" clId="{8405E8D3-4D28-4219-A0B9-636484234BB3}" dt="2026-04-01T05:34:39.666" v="444" actId="22"/>
          <ac:spMkLst>
            <pc:docMk/>
            <pc:sldMk cId="2614961454" sldId="271"/>
            <ac:spMk id="3" creationId="{C0A0ED43-5E0D-9C4F-3DD6-37B9184B5AF4}"/>
          </ac:spMkLst>
        </pc:spChg>
        <pc:spChg chg="add mod">
          <ac:chgData name="mohd fairus ahmad" userId="2b305acc-54a2-4491-8495-ddb579374f8d" providerId="ADAL" clId="{8405E8D3-4D28-4219-A0B9-636484234BB3}" dt="2026-04-01T05:35:13.764" v="494" actId="121"/>
          <ac:spMkLst>
            <pc:docMk/>
            <pc:sldMk cId="2614961454" sldId="271"/>
            <ac:spMk id="6" creationId="{A807D16D-DE3C-681B-0C4A-B54608D2CCEB}"/>
          </ac:spMkLst>
        </pc:spChg>
        <pc:picChg chg="add mod ord">
          <ac:chgData name="mohd fairus ahmad" userId="2b305acc-54a2-4491-8495-ddb579374f8d" providerId="ADAL" clId="{8405E8D3-4D28-4219-A0B9-636484234BB3}" dt="2026-04-01T05:35:21.674" v="495" actId="1076"/>
          <ac:picMkLst>
            <pc:docMk/>
            <pc:sldMk cId="2614961454" sldId="271"/>
            <ac:picMk id="5" creationId="{E16BB711-648A-89B3-D4ED-BBBD094FAA15}"/>
          </ac:picMkLst>
        </pc:picChg>
      </pc:sldChg>
      <pc:sldChg chg="addSp modSp add mod ord">
        <pc:chgData name="mohd fairus ahmad" userId="2b305acc-54a2-4491-8495-ddb579374f8d" providerId="ADAL" clId="{8405E8D3-4D28-4219-A0B9-636484234BB3}" dt="2026-04-01T05:41:12.324" v="537" actId="11529"/>
        <pc:sldMkLst>
          <pc:docMk/>
          <pc:sldMk cId="2395250540" sldId="272"/>
        </pc:sldMkLst>
        <pc:spChg chg="add mod">
          <ac:chgData name="mohd fairus ahmad" userId="2b305acc-54a2-4491-8495-ddb579374f8d" providerId="ADAL" clId="{8405E8D3-4D28-4219-A0B9-636484234BB3}" dt="2026-04-01T05:38:12.426" v="536" actId="1076"/>
          <ac:spMkLst>
            <pc:docMk/>
            <pc:sldMk cId="2395250540" sldId="272"/>
            <ac:spMk id="10" creationId="{46541AA2-CB4B-AB0F-64FA-F966654823E6}"/>
          </ac:spMkLst>
        </pc:spChg>
        <pc:spChg chg="add">
          <ac:chgData name="mohd fairus ahmad" userId="2b305acc-54a2-4491-8495-ddb579374f8d" providerId="ADAL" clId="{8405E8D3-4D28-4219-A0B9-636484234BB3}" dt="2026-04-01T05:41:12.324" v="537" actId="11529"/>
          <ac:spMkLst>
            <pc:docMk/>
            <pc:sldMk cId="2395250540" sldId="272"/>
            <ac:spMk id="11" creationId="{8339D0BA-B042-B895-8290-D4D80B70D77C}"/>
          </ac:spMkLst>
        </pc:spChg>
        <pc:picChg chg="mod">
          <ac:chgData name="mohd fairus ahmad" userId="2b305acc-54a2-4491-8495-ddb579374f8d" providerId="ADAL" clId="{8405E8D3-4D28-4219-A0B9-636484234BB3}" dt="2026-04-01T05:37:35.274" v="503" actId="1076"/>
          <ac:picMkLst>
            <pc:docMk/>
            <pc:sldMk cId="2395250540" sldId="272"/>
            <ac:picMk id="5" creationId="{0F62CE9A-E6FC-17B6-A668-D84644825D71}"/>
          </ac:picMkLst>
        </pc:picChg>
        <pc:picChg chg="mod modCrop">
          <ac:chgData name="mohd fairus ahmad" userId="2b305acc-54a2-4491-8495-ddb579374f8d" providerId="ADAL" clId="{8405E8D3-4D28-4219-A0B9-636484234BB3}" dt="2026-04-01T05:37:48.410" v="506" actId="1076"/>
          <ac:picMkLst>
            <pc:docMk/>
            <pc:sldMk cId="2395250540" sldId="272"/>
            <ac:picMk id="12" creationId="{BACAA813-57FF-67F6-BE0A-8A55B449958E}"/>
          </ac:picMkLst>
        </pc:picChg>
        <pc:cxnChg chg="add mod">
          <ac:chgData name="mohd fairus ahmad" userId="2b305acc-54a2-4491-8495-ddb579374f8d" providerId="ADAL" clId="{8405E8D3-4D28-4219-A0B9-636484234BB3}" dt="2026-04-01T05:37:54.235" v="509" actId="14100"/>
          <ac:cxnSpMkLst>
            <pc:docMk/>
            <pc:sldMk cId="2395250540" sldId="272"/>
            <ac:cxnSpMk id="4" creationId="{B97A8958-F9A7-E798-9384-E5B2564BF150}"/>
          </ac:cxnSpMkLst>
        </pc:cxnChg>
        <pc:cxnChg chg="mod">
          <ac:chgData name="mohd fairus ahmad" userId="2b305acc-54a2-4491-8495-ddb579374f8d" providerId="ADAL" clId="{8405E8D3-4D28-4219-A0B9-636484234BB3}" dt="2026-04-01T05:37:37.826" v="504" actId="14100"/>
          <ac:cxnSpMkLst>
            <pc:docMk/>
            <pc:sldMk cId="2395250540" sldId="272"/>
            <ac:cxnSpMk id="9" creationId="{44AA71B9-92C5-9BE5-6862-9132E180E6A4}"/>
          </ac:cxnSpMkLst>
        </pc:cxnChg>
      </pc:sldChg>
      <pc:sldChg chg="addSp new mod">
        <pc:chgData name="mohd fairus ahmad" userId="2b305acc-54a2-4491-8495-ddb579374f8d" providerId="ADAL" clId="{8405E8D3-4D28-4219-A0B9-636484234BB3}" dt="2026-04-01T05:41:27.541" v="539" actId="22"/>
        <pc:sldMkLst>
          <pc:docMk/>
          <pc:sldMk cId="4026076523" sldId="273"/>
        </pc:sldMkLst>
        <pc:picChg chg="add">
          <ac:chgData name="mohd fairus ahmad" userId="2b305acc-54a2-4491-8495-ddb579374f8d" providerId="ADAL" clId="{8405E8D3-4D28-4219-A0B9-636484234BB3}" dt="2026-04-01T05:41:27.541" v="539" actId="22"/>
          <ac:picMkLst>
            <pc:docMk/>
            <pc:sldMk cId="4026076523" sldId="273"/>
            <ac:picMk id="5" creationId="{63F78FD2-D345-A3CB-0DD8-89A7B7BA4717}"/>
          </ac:picMkLst>
        </pc:picChg>
      </pc:sldChg>
      <pc:sldChg chg="addSp delSp modSp new mod">
        <pc:chgData name="mohd fairus ahmad" userId="2b305acc-54a2-4491-8495-ddb579374f8d" providerId="ADAL" clId="{8405E8D3-4D28-4219-A0B9-636484234BB3}" dt="2026-04-01T05:43:11.890" v="548" actId="1076"/>
        <pc:sldMkLst>
          <pc:docMk/>
          <pc:sldMk cId="3604531195" sldId="274"/>
        </pc:sldMkLst>
        <pc:spChg chg="del">
          <ac:chgData name="mohd fairus ahmad" userId="2b305acc-54a2-4491-8495-ddb579374f8d" providerId="ADAL" clId="{8405E8D3-4D28-4219-A0B9-636484234BB3}" dt="2026-04-01T05:42:42.060" v="541" actId="22"/>
          <ac:spMkLst>
            <pc:docMk/>
            <pc:sldMk cId="3604531195" sldId="274"/>
            <ac:spMk id="3" creationId="{A06B30F6-F15C-0DA6-8056-34322A7A2043}"/>
          </ac:spMkLst>
        </pc:spChg>
        <pc:spChg chg="add mod">
          <ac:chgData name="mohd fairus ahmad" userId="2b305acc-54a2-4491-8495-ddb579374f8d" providerId="ADAL" clId="{8405E8D3-4D28-4219-A0B9-636484234BB3}" dt="2026-04-01T05:43:04.191" v="545"/>
          <ac:spMkLst>
            <pc:docMk/>
            <pc:sldMk cId="3604531195" sldId="274"/>
            <ac:spMk id="8" creationId="{EEEFB0CF-24CE-4F21-5E32-BB66AC9DA1FA}"/>
          </ac:spMkLst>
        </pc:spChg>
        <pc:spChg chg="add mod">
          <ac:chgData name="mohd fairus ahmad" userId="2b305acc-54a2-4491-8495-ddb579374f8d" providerId="ADAL" clId="{8405E8D3-4D28-4219-A0B9-636484234BB3}" dt="2026-04-01T05:43:11.890" v="548" actId="1076"/>
          <ac:spMkLst>
            <pc:docMk/>
            <pc:sldMk cId="3604531195" sldId="274"/>
            <ac:spMk id="9" creationId="{44666D74-6543-FED0-8556-8A73AC92BB55}"/>
          </ac:spMkLst>
        </pc:spChg>
        <pc:picChg chg="add mod ord">
          <ac:chgData name="mohd fairus ahmad" userId="2b305acc-54a2-4491-8495-ddb579374f8d" providerId="ADAL" clId="{8405E8D3-4D28-4219-A0B9-636484234BB3}" dt="2026-04-01T05:43:08.245" v="546" actId="1076"/>
          <ac:picMkLst>
            <pc:docMk/>
            <pc:sldMk cId="3604531195" sldId="274"/>
            <ac:picMk id="5" creationId="{4A56F600-060A-2362-5FD6-9F25B8641464}"/>
          </ac:picMkLst>
        </pc:picChg>
        <pc:picChg chg="add mod">
          <ac:chgData name="mohd fairus ahmad" userId="2b305acc-54a2-4491-8495-ddb579374f8d" providerId="ADAL" clId="{8405E8D3-4D28-4219-A0B9-636484234BB3}" dt="2026-04-01T05:43:09.625" v="547" actId="1076"/>
          <ac:picMkLst>
            <pc:docMk/>
            <pc:sldMk cId="3604531195" sldId="274"/>
            <ac:picMk id="7" creationId="{4C55CD20-3BBB-264A-957A-ECEE50F2B8AA}"/>
          </ac:picMkLst>
        </pc:picChg>
      </pc:sldChg>
      <pc:sldChg chg="addSp delSp modSp new mod ord">
        <pc:chgData name="mohd fairus ahmad" userId="2b305acc-54a2-4491-8495-ddb579374f8d" providerId="ADAL" clId="{8405E8D3-4D28-4219-A0B9-636484234BB3}" dt="2026-04-01T05:53:50.306" v="678" actId="1076"/>
        <pc:sldMkLst>
          <pc:docMk/>
          <pc:sldMk cId="782242341" sldId="275"/>
        </pc:sldMkLst>
        <pc:spChg chg="mod">
          <ac:chgData name="mohd fairus ahmad" userId="2b305acc-54a2-4491-8495-ddb579374f8d" providerId="ADAL" clId="{8405E8D3-4D28-4219-A0B9-636484234BB3}" dt="2026-04-01T05:53:42.689" v="676" actId="14100"/>
          <ac:spMkLst>
            <pc:docMk/>
            <pc:sldMk cId="782242341" sldId="275"/>
            <ac:spMk id="2" creationId="{A13534EA-F92E-152F-2E5A-B9F2C14ACD51}"/>
          </ac:spMkLst>
        </pc:spChg>
        <pc:spChg chg="del">
          <ac:chgData name="mohd fairus ahmad" userId="2b305acc-54a2-4491-8495-ddb579374f8d" providerId="ADAL" clId="{8405E8D3-4D28-4219-A0B9-636484234BB3}" dt="2026-04-01T05:44:42.270" v="550" actId="22"/>
          <ac:spMkLst>
            <pc:docMk/>
            <pc:sldMk cId="782242341" sldId="275"/>
            <ac:spMk id="3" creationId="{670259D9-5CA3-2849-BE62-440DDEC312CE}"/>
          </ac:spMkLst>
        </pc:spChg>
        <pc:picChg chg="add mod ord">
          <ac:chgData name="mohd fairus ahmad" userId="2b305acc-54a2-4491-8495-ddb579374f8d" providerId="ADAL" clId="{8405E8D3-4D28-4219-A0B9-636484234BB3}" dt="2026-04-01T05:53:49.338" v="677" actId="14100"/>
          <ac:picMkLst>
            <pc:docMk/>
            <pc:sldMk cId="782242341" sldId="275"/>
            <ac:picMk id="5" creationId="{9661E5ED-7656-445D-0B48-F9A7774FA996}"/>
          </ac:picMkLst>
        </pc:picChg>
        <pc:picChg chg="add mod">
          <ac:chgData name="mohd fairus ahmad" userId="2b305acc-54a2-4491-8495-ddb579374f8d" providerId="ADAL" clId="{8405E8D3-4D28-4219-A0B9-636484234BB3}" dt="2026-04-01T05:53:50.306" v="678" actId="1076"/>
          <ac:picMkLst>
            <pc:docMk/>
            <pc:sldMk cId="782242341" sldId="275"/>
            <ac:picMk id="7" creationId="{4576A1C2-2957-6B64-A5BF-FD8F00561CD6}"/>
          </ac:picMkLst>
        </pc:picChg>
      </pc:sldChg>
      <pc:sldChg chg="addSp delSp modSp new mod">
        <pc:chgData name="mohd fairus ahmad" userId="2b305acc-54a2-4491-8495-ddb579374f8d" providerId="ADAL" clId="{8405E8D3-4D28-4219-A0B9-636484234BB3}" dt="2026-04-01T05:50:49.790" v="652" actId="20577"/>
        <pc:sldMkLst>
          <pc:docMk/>
          <pc:sldMk cId="4203476545" sldId="276"/>
        </pc:sldMkLst>
        <pc:spChg chg="mod">
          <ac:chgData name="mohd fairus ahmad" userId="2b305acc-54a2-4491-8495-ddb579374f8d" providerId="ADAL" clId="{8405E8D3-4D28-4219-A0B9-636484234BB3}" dt="2026-04-01T05:50:49.790" v="652" actId="20577"/>
          <ac:spMkLst>
            <pc:docMk/>
            <pc:sldMk cId="4203476545" sldId="276"/>
            <ac:spMk id="2" creationId="{DCBB413A-F623-1869-ABFB-32E743B987BB}"/>
          </ac:spMkLst>
        </pc:spChg>
        <pc:spChg chg="del">
          <ac:chgData name="mohd fairus ahmad" userId="2b305acc-54a2-4491-8495-ddb579374f8d" providerId="ADAL" clId="{8405E8D3-4D28-4219-A0B9-636484234BB3}" dt="2026-04-01T05:49:51.406" v="628"/>
          <ac:spMkLst>
            <pc:docMk/>
            <pc:sldMk cId="4203476545" sldId="276"/>
            <ac:spMk id="3" creationId="{7B21FFC2-CB80-0EAF-D2C6-EB19A3E0C93A}"/>
          </ac:spMkLst>
        </pc:spChg>
        <pc:spChg chg="add">
          <ac:chgData name="mohd fairus ahmad" userId="2b305acc-54a2-4491-8495-ddb579374f8d" providerId="ADAL" clId="{8405E8D3-4D28-4219-A0B9-636484234BB3}" dt="2026-04-01T05:49:57.662" v="629" actId="11529"/>
          <ac:spMkLst>
            <pc:docMk/>
            <pc:sldMk cId="4203476545" sldId="276"/>
            <ac:spMk id="4" creationId="{5DBBF2FC-0C8E-BB2F-9941-628A944A7B44}"/>
          </ac:spMkLst>
        </pc:spChg>
        <pc:spChg chg="add mod">
          <ac:chgData name="mohd fairus ahmad" userId="2b305acc-54a2-4491-8495-ddb579374f8d" providerId="ADAL" clId="{8405E8D3-4D28-4219-A0B9-636484234BB3}" dt="2026-04-01T05:50:08.713" v="634" actId="1076"/>
          <ac:spMkLst>
            <pc:docMk/>
            <pc:sldMk cId="4203476545" sldId="276"/>
            <ac:spMk id="5" creationId="{B6537EAA-B396-E95C-7AA5-A357A62BC64C}"/>
          </ac:spMkLst>
        </pc:spChg>
        <pc:spChg chg="add mod">
          <ac:chgData name="mohd fairus ahmad" userId="2b305acc-54a2-4491-8495-ddb579374f8d" providerId="ADAL" clId="{8405E8D3-4D28-4219-A0B9-636484234BB3}" dt="2026-04-01T05:50:21.481" v="638" actId="14100"/>
          <ac:spMkLst>
            <pc:docMk/>
            <pc:sldMk cId="4203476545" sldId="276"/>
            <ac:spMk id="6" creationId="{0ECB733E-1022-C713-6BEB-87B8FD38EDD8}"/>
          </ac:spMkLst>
        </pc:spChg>
        <pc:picChg chg="add mod">
          <ac:chgData name="mohd fairus ahmad" userId="2b305acc-54a2-4491-8495-ddb579374f8d" providerId="ADAL" clId="{8405E8D3-4D28-4219-A0B9-636484234BB3}" dt="2026-04-01T05:49:51.406" v="628"/>
          <ac:picMkLst>
            <pc:docMk/>
            <pc:sldMk cId="4203476545" sldId="276"/>
            <ac:picMk id="10" creationId="{46B8F315-6654-1FC8-DC33-76180DF9EC4E}"/>
          </ac:picMkLst>
        </pc:picChg>
        <pc:cxnChg chg="add">
          <ac:chgData name="mohd fairus ahmad" userId="2b305acc-54a2-4491-8495-ddb579374f8d" providerId="ADAL" clId="{8405E8D3-4D28-4219-A0B9-636484234BB3}" dt="2026-04-01T05:50:27.139" v="639" actId="11529"/>
          <ac:cxnSpMkLst>
            <pc:docMk/>
            <pc:sldMk cId="4203476545" sldId="276"/>
            <ac:cxnSpMk id="8" creationId="{AA49D28E-065A-D8C7-024D-008204811875}"/>
          </ac:cxnSpMkLst>
        </pc:cxnChg>
        <pc:cxnChg chg="add">
          <ac:chgData name="mohd fairus ahmad" userId="2b305acc-54a2-4491-8495-ddb579374f8d" providerId="ADAL" clId="{8405E8D3-4D28-4219-A0B9-636484234BB3}" dt="2026-04-01T05:50:32.186" v="640" actId="11529"/>
          <ac:cxnSpMkLst>
            <pc:docMk/>
            <pc:sldMk cId="4203476545" sldId="276"/>
            <ac:cxnSpMk id="11" creationId="{F146CFA5-E025-506A-486E-03101C4FA74A}"/>
          </ac:cxnSpMkLst>
        </pc:cxnChg>
      </pc:sldChg>
      <pc:sldChg chg="addSp delSp modSp new mod">
        <pc:chgData name="mohd fairus ahmad" userId="2b305acc-54a2-4491-8495-ddb579374f8d" providerId="ADAL" clId="{8405E8D3-4D28-4219-A0B9-636484234BB3}" dt="2026-04-02T02:16:10.290" v="754" actId="20577"/>
        <pc:sldMkLst>
          <pc:docMk/>
          <pc:sldMk cId="1876356696" sldId="277"/>
        </pc:sldMkLst>
        <pc:spChg chg="mod">
          <ac:chgData name="mohd fairus ahmad" userId="2b305acc-54a2-4491-8495-ddb579374f8d" providerId="ADAL" clId="{8405E8D3-4D28-4219-A0B9-636484234BB3}" dt="2026-04-02T02:16:10.290" v="754" actId="20577"/>
          <ac:spMkLst>
            <pc:docMk/>
            <pc:sldMk cId="1876356696" sldId="277"/>
            <ac:spMk id="2" creationId="{8418CD95-1931-8F76-019D-43916A1FFF66}"/>
          </ac:spMkLst>
        </pc:spChg>
        <pc:spChg chg="del">
          <ac:chgData name="mohd fairus ahmad" userId="2b305acc-54a2-4491-8495-ddb579374f8d" providerId="ADAL" clId="{8405E8D3-4D28-4219-A0B9-636484234BB3}" dt="2026-04-01T05:52:10.009" v="669" actId="22"/>
          <ac:spMkLst>
            <pc:docMk/>
            <pc:sldMk cId="1876356696" sldId="277"/>
            <ac:spMk id="3" creationId="{CA608CF5-9922-E485-B903-D8DDEA03F35E}"/>
          </ac:spMkLst>
        </pc:spChg>
        <pc:picChg chg="add mod">
          <ac:chgData name="mohd fairus ahmad" userId="2b305acc-54a2-4491-8495-ddb579374f8d" providerId="ADAL" clId="{8405E8D3-4D28-4219-A0B9-636484234BB3}" dt="2026-04-01T05:52:13.721" v="671" actId="1076"/>
          <ac:picMkLst>
            <pc:docMk/>
            <pc:sldMk cId="1876356696" sldId="277"/>
            <ac:picMk id="5" creationId="{E509B081-4EF8-B431-DB57-601FA9C647A5}"/>
          </ac:picMkLst>
        </pc:picChg>
        <pc:picChg chg="add mod ord">
          <ac:chgData name="mohd fairus ahmad" userId="2b305acc-54a2-4491-8495-ddb579374f8d" providerId="ADAL" clId="{8405E8D3-4D28-4219-A0B9-636484234BB3}" dt="2026-04-01T05:52:11.689" v="670" actId="1076"/>
          <ac:picMkLst>
            <pc:docMk/>
            <pc:sldMk cId="1876356696" sldId="277"/>
            <ac:picMk id="7" creationId="{683B9597-A69E-7DF0-4EFE-BE7D2C0F8D3B}"/>
          </ac:picMkLst>
        </pc:picChg>
      </pc:sldChg>
      <pc:sldChg chg="addSp delSp modSp add mod">
        <pc:chgData name="mohd fairus ahmad" userId="2b305acc-54a2-4491-8495-ddb579374f8d" providerId="ADAL" clId="{8405E8D3-4D28-4219-A0B9-636484234BB3}" dt="2026-04-02T01:57:18.538" v="687" actId="11529"/>
        <pc:sldMkLst>
          <pc:docMk/>
          <pc:sldMk cId="3767777057" sldId="278"/>
        </pc:sldMkLst>
        <pc:spChg chg="add">
          <ac:chgData name="mohd fairus ahmad" userId="2b305acc-54a2-4491-8495-ddb579374f8d" providerId="ADAL" clId="{8405E8D3-4D28-4219-A0B9-636484234BB3}" dt="2026-04-02T01:57:18.538" v="687" actId="11529"/>
          <ac:spMkLst>
            <pc:docMk/>
            <pc:sldMk cId="3767777057" sldId="278"/>
            <ac:spMk id="3" creationId="{19EE62E4-6880-1F34-38DE-79EF929C53B1}"/>
          </ac:spMkLst>
        </pc:spChg>
        <pc:spChg chg="del">
          <ac:chgData name="mohd fairus ahmad" userId="2b305acc-54a2-4491-8495-ddb579374f8d" providerId="ADAL" clId="{8405E8D3-4D28-4219-A0B9-636484234BB3}" dt="2026-04-02T01:57:08.801" v="682" actId="478"/>
          <ac:spMkLst>
            <pc:docMk/>
            <pc:sldMk cId="3767777057" sldId="278"/>
            <ac:spMk id="6" creationId="{98E58B37-DEFA-7062-0652-51B1A605E784}"/>
          </ac:spMkLst>
        </pc:spChg>
        <pc:spChg chg="del">
          <ac:chgData name="mohd fairus ahmad" userId="2b305acc-54a2-4491-8495-ddb579374f8d" providerId="ADAL" clId="{8405E8D3-4D28-4219-A0B9-636484234BB3}" dt="2026-04-02T01:57:09.430" v="683" actId="478"/>
          <ac:spMkLst>
            <pc:docMk/>
            <pc:sldMk cId="3767777057" sldId="278"/>
            <ac:spMk id="11" creationId="{20B0A0E9-B7F2-2DB0-62BE-1F4E2D377D1E}"/>
          </ac:spMkLst>
        </pc:spChg>
        <pc:spChg chg="del">
          <ac:chgData name="mohd fairus ahmad" userId="2b305acc-54a2-4491-8495-ddb579374f8d" providerId="ADAL" clId="{8405E8D3-4D28-4219-A0B9-636484234BB3}" dt="2026-04-02T01:57:13.123" v="686" actId="478"/>
          <ac:spMkLst>
            <pc:docMk/>
            <pc:sldMk cId="3767777057" sldId="278"/>
            <ac:spMk id="18" creationId="{950E5302-3155-CB37-9A90-FA5B97483925}"/>
          </ac:spMkLst>
        </pc:spChg>
        <pc:cxnChg chg="del mod">
          <ac:chgData name="mohd fairus ahmad" userId="2b305acc-54a2-4491-8495-ddb579374f8d" providerId="ADAL" clId="{8405E8D3-4D28-4219-A0B9-636484234BB3}" dt="2026-04-02T01:57:11.330" v="685" actId="478"/>
          <ac:cxnSpMkLst>
            <pc:docMk/>
            <pc:sldMk cId="3767777057" sldId="278"/>
            <ac:cxnSpMk id="10" creationId="{894AF42D-1713-DE21-D4AB-79E0D811D266}"/>
          </ac:cxnSpMkLst>
        </pc:cxnChg>
        <pc:cxnChg chg="del mod">
          <ac:chgData name="mohd fairus ahmad" userId="2b305acc-54a2-4491-8495-ddb579374f8d" providerId="ADAL" clId="{8405E8D3-4D28-4219-A0B9-636484234BB3}" dt="2026-04-02T01:57:10.149" v="684" actId="478"/>
          <ac:cxnSpMkLst>
            <pc:docMk/>
            <pc:sldMk cId="3767777057" sldId="278"/>
            <ac:cxnSpMk id="12" creationId="{4843C88F-6973-5C56-128C-3D2A6DDA620F}"/>
          </ac:cxnSpMkLst>
        </pc:cxnChg>
      </pc:sldChg>
      <pc:sldChg chg="addSp delSp modSp new mod">
        <pc:chgData name="mohd fairus ahmad" userId="2b305acc-54a2-4491-8495-ddb579374f8d" providerId="ADAL" clId="{8405E8D3-4D28-4219-A0B9-636484234BB3}" dt="2026-04-02T02:14:33.803" v="712" actId="1076"/>
        <pc:sldMkLst>
          <pc:docMk/>
          <pc:sldMk cId="2097844217" sldId="279"/>
        </pc:sldMkLst>
        <pc:spChg chg="del">
          <ac:chgData name="mohd fairus ahmad" userId="2b305acc-54a2-4491-8495-ddb579374f8d" providerId="ADAL" clId="{8405E8D3-4D28-4219-A0B9-636484234BB3}" dt="2026-04-02T02:12:21.431" v="689" actId="22"/>
          <ac:spMkLst>
            <pc:docMk/>
            <pc:sldMk cId="2097844217" sldId="279"/>
            <ac:spMk id="3" creationId="{1E1755F4-61DF-DFE1-A54C-70D660064A16}"/>
          </ac:spMkLst>
        </pc:spChg>
        <pc:picChg chg="add mod ord">
          <ac:chgData name="mohd fairus ahmad" userId="2b305acc-54a2-4491-8495-ddb579374f8d" providerId="ADAL" clId="{8405E8D3-4D28-4219-A0B9-636484234BB3}" dt="2026-04-02T02:12:33.508" v="694" actId="1076"/>
          <ac:picMkLst>
            <pc:docMk/>
            <pc:sldMk cId="2097844217" sldId="279"/>
            <ac:picMk id="5" creationId="{E3355153-324E-425F-5F0D-32478D72BFAA}"/>
          </ac:picMkLst>
        </pc:picChg>
        <pc:picChg chg="add mod">
          <ac:chgData name="mohd fairus ahmad" userId="2b305acc-54a2-4491-8495-ddb579374f8d" providerId="ADAL" clId="{8405E8D3-4D28-4219-A0B9-636484234BB3}" dt="2026-04-02T02:14:33.803" v="712" actId="1076"/>
          <ac:picMkLst>
            <pc:docMk/>
            <pc:sldMk cId="2097844217" sldId="279"/>
            <ac:picMk id="7" creationId="{4E109789-EDE9-CCE2-C47E-4FF37773A8D0}"/>
          </ac:picMkLst>
        </pc:picChg>
        <pc:picChg chg="add mod">
          <ac:chgData name="mohd fairus ahmad" userId="2b305acc-54a2-4491-8495-ddb579374f8d" providerId="ADAL" clId="{8405E8D3-4D28-4219-A0B9-636484234BB3}" dt="2026-04-02T02:14:30.460" v="711" actId="1076"/>
          <ac:picMkLst>
            <pc:docMk/>
            <pc:sldMk cId="2097844217" sldId="279"/>
            <ac:picMk id="13" creationId="{BAA19474-67C9-752E-0F5B-5C1486424633}"/>
          </ac:picMkLst>
        </pc:picChg>
        <pc:cxnChg chg="add del">
          <ac:chgData name="mohd fairus ahmad" userId="2b305acc-54a2-4491-8495-ddb579374f8d" providerId="ADAL" clId="{8405E8D3-4D28-4219-A0B9-636484234BB3}" dt="2026-04-02T02:13:04.943" v="703" actId="11529"/>
          <ac:cxnSpMkLst>
            <pc:docMk/>
            <pc:sldMk cId="2097844217" sldId="279"/>
            <ac:cxnSpMk id="9" creationId="{2F8C653B-A1A3-BF75-6E1F-FD7BC7CA44CD}"/>
          </ac:cxnSpMkLst>
        </pc:cxnChg>
        <pc:cxnChg chg="add mod">
          <ac:chgData name="mohd fairus ahmad" userId="2b305acc-54a2-4491-8495-ddb579374f8d" providerId="ADAL" clId="{8405E8D3-4D28-4219-A0B9-636484234BB3}" dt="2026-04-02T02:13:04.240" v="702" actId="1076"/>
          <ac:cxnSpMkLst>
            <pc:docMk/>
            <pc:sldMk cId="2097844217" sldId="279"/>
            <ac:cxnSpMk id="10" creationId="{DAE9FE5B-D1C9-3A9A-F0A9-44C0DE47D635}"/>
          </ac:cxnSpMkLst>
        </pc:cxnChg>
      </pc:sldChg>
      <pc:sldChg chg="addSp delSp modSp new mod modClrScheme chgLayout">
        <pc:chgData name="mohd fairus ahmad" userId="2b305acc-54a2-4491-8495-ddb579374f8d" providerId="ADAL" clId="{8405E8D3-4D28-4219-A0B9-636484234BB3}" dt="2026-04-02T02:18:04.984" v="863" actId="20577"/>
        <pc:sldMkLst>
          <pc:docMk/>
          <pc:sldMk cId="135757733" sldId="280"/>
        </pc:sldMkLst>
        <pc:spChg chg="del mod ord">
          <ac:chgData name="mohd fairus ahmad" userId="2b305acc-54a2-4491-8495-ddb579374f8d" providerId="ADAL" clId="{8405E8D3-4D28-4219-A0B9-636484234BB3}" dt="2026-04-02T02:17:19.787" v="787" actId="700"/>
          <ac:spMkLst>
            <pc:docMk/>
            <pc:sldMk cId="135757733" sldId="280"/>
            <ac:spMk id="2" creationId="{81E29296-68AD-EBF4-D5B1-2372011F0A9D}"/>
          </ac:spMkLst>
        </pc:spChg>
        <pc:spChg chg="del mod ord">
          <ac:chgData name="mohd fairus ahmad" userId="2b305acc-54a2-4491-8495-ddb579374f8d" providerId="ADAL" clId="{8405E8D3-4D28-4219-A0B9-636484234BB3}" dt="2026-04-02T02:17:19.787" v="787" actId="700"/>
          <ac:spMkLst>
            <pc:docMk/>
            <pc:sldMk cId="135757733" sldId="280"/>
            <ac:spMk id="3" creationId="{34316ABD-37CE-479B-534B-A8A453111C4A}"/>
          </ac:spMkLst>
        </pc:spChg>
        <pc:spChg chg="add mod ord">
          <ac:chgData name="mohd fairus ahmad" userId="2b305acc-54a2-4491-8495-ddb579374f8d" providerId="ADAL" clId="{8405E8D3-4D28-4219-A0B9-636484234BB3}" dt="2026-04-02T02:18:04.984" v="863" actId="20577"/>
          <ac:spMkLst>
            <pc:docMk/>
            <pc:sldMk cId="135757733" sldId="280"/>
            <ac:spMk id="4" creationId="{413F28B3-95EA-95E5-361D-9BA68BFEE776}"/>
          </ac:spMkLst>
        </pc:spChg>
        <pc:spChg chg="add mod ord">
          <ac:chgData name="mohd fairus ahmad" userId="2b305acc-54a2-4491-8495-ddb579374f8d" providerId="ADAL" clId="{8405E8D3-4D28-4219-A0B9-636484234BB3}" dt="2026-04-02T02:17:19.787" v="787" actId="700"/>
          <ac:spMkLst>
            <pc:docMk/>
            <pc:sldMk cId="135757733" sldId="280"/>
            <ac:spMk id="5" creationId="{F901E409-28AE-5F5C-73D0-336F2CBE1DD3}"/>
          </ac:spMkLst>
        </pc:spChg>
      </pc:sldChg>
      <pc:sldChg chg="new del">
        <pc:chgData name="mohd fairus ahmad" userId="2b305acc-54a2-4491-8495-ddb579374f8d" providerId="ADAL" clId="{8405E8D3-4D28-4219-A0B9-636484234BB3}" dt="2026-04-02T02:14:55.705" v="713" actId="47"/>
        <pc:sldMkLst>
          <pc:docMk/>
          <pc:sldMk cId="3289368161" sldId="28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64A7-A53B-DB83-D4AD-7790A3FD0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0DF1C5-AE7C-E830-6A38-CF3E61B1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34CD2-94CD-78B5-0469-42F02B9DA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F7E65-101D-4A7F-8316-46F4F2269CAA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0F00B-1FC7-FA0E-DB2B-3A509B0F4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FCF0A-96CC-15A8-7200-525B31A29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7FA1-0796-4558-A070-00F8DBAC87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445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FFF91-9CF7-BD5E-7891-B564F3CE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93421-231D-6760-09B1-7755D4EFB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DBB5E-4104-1F7C-4B22-77A3DA7BA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F7E65-101D-4A7F-8316-46F4F2269CAA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DD98E-CC85-1E2E-4B7E-0532CDCA0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289D7-90EF-58CF-0365-47F72F1BE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7FA1-0796-4558-A070-00F8DBAC87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860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2E43F-59B7-A293-6BD4-627F02DD9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8D30E-CE8C-BC9D-860B-0E33B5EE1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A6826-4B55-AD75-78F8-6B482630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F7E65-101D-4A7F-8316-46F4F2269CAA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79864-BB7C-540D-11FC-2C1B8902A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1DC8A-0253-D65A-040D-E7C733E04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7FA1-0796-4558-A070-00F8DBAC87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933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35D57-8E04-5E00-D5D1-B1EB9057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EE508-D0CC-EB8F-55F2-444835B7BB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41C7E-70AE-6533-4715-6530FC41B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FAA7DE-2027-3D27-7BF9-081BADBA9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F7E65-101D-4A7F-8316-46F4F2269CAA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FF2D2-8E33-5920-48C1-8275DF6D5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B8DF6-7FED-D15C-5805-4F3E92A52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7FA1-0796-4558-A070-00F8DBAC87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947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1ADE0-B576-A4D7-F8BC-6DBAD6D25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D3570-0B03-8CCC-529E-55E847403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0C998-6316-882A-D522-1D016331C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4F62B0-5047-E8C4-99F3-11C806908B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B71581-9887-6C8C-A746-BF27172F71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8BA41D-A145-9E32-DEA7-C73517660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F7E65-101D-4A7F-8316-46F4F2269CAA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3DCA88-747D-2141-08D1-5BC7D4B65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AE29D5-4E24-EC18-D7FC-C744D4718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7FA1-0796-4558-A070-00F8DBAC87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277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E9197-4831-FE8B-D745-90F37A588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469C75-EB78-DCF4-B25A-7D6129213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F7E65-101D-4A7F-8316-46F4F2269CAA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C90478-549A-0AA2-9BC9-7C018D437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AAB256-036F-2079-CB3F-80933249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7FA1-0796-4558-A070-00F8DBAC87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6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639220-3DA7-2022-4468-20E49899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F7E65-101D-4A7F-8316-46F4F2269CAA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BBCB14-2C05-F89F-73E1-24C282EA3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5F043-0458-BDE2-3BD4-D53EBBBC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7FA1-0796-4558-A070-00F8DBAC87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684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63015-581F-B704-8069-0381F0F87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B02B-70E8-2130-6BF2-058F5AD31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79EC8-B9EE-4A73-0A70-02EFA02E4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1EE6B0-231A-D768-34DA-B1AA6D42E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F7E65-101D-4A7F-8316-46F4F2269CAA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832BD3-E121-D783-D7BD-366341C01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B77F8-B81E-6256-9D68-33A67C066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7FA1-0796-4558-A070-00F8DBAC87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037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DE7CB-4879-7F2E-97FE-30045546C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259641-FC91-F087-D53C-65CA0CB5DD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1CBA6-0D63-5478-0E9E-9070FA798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BA247-14D2-1AB9-6A6A-1C4AA3D12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F7E65-101D-4A7F-8316-46F4F2269CAA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0F063-03C1-39ED-B395-7B40807ED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35AC6-EB5A-64FD-AE3C-DF4EA5EC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7FA1-0796-4558-A070-00F8DBAC87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788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6E679-AE1C-1773-F336-E28DBD960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BF99AD-7B6F-9616-E200-FDC227951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1F4BF-1EDB-DCE6-D3B1-8960D33A9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F7E65-101D-4A7F-8316-46F4F2269CAA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69DE6-BA28-2212-40CC-5BDD63787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563C-A2B8-91B5-624A-AB6493F38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7FA1-0796-4558-A070-00F8DBAC87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865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EB938E-135C-5EFC-2621-3A875DDC17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E2B445-246B-F9E9-6942-C7AEDE3B0F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23674-34BD-2D3A-F3F7-7D1EA1548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F7E65-101D-4A7F-8316-46F4F2269CAA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06282-6397-4C68-04DF-2AD0E077B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51C33-E2FB-7ADB-3E6E-5F28FE661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7FA1-0796-4558-A070-00F8DBAC87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88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6EB00D-1E0C-A5AF-3727-5B2D1C6A5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F5FBE-52A9-FAD1-1F63-F3694A090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8A65-A183-0D10-FB36-4D43A38D09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7F7E65-101D-4A7F-8316-46F4F2269CAA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96F26-9C4B-FE49-5F08-43353569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52CD3-9F05-8611-60A7-880C8C77A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077FA1-0796-4558-A070-00F8DBAC87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004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8D5A8-AB0A-772B-DF34-2175CAF984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BTA Online Apps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7F9859-AD67-156C-D19E-F2BDBC58C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Y" dirty="0"/>
              <a:t>Mohd Fairus Ahmad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856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534EA-F92E-152F-2E5A-B9F2C14AC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45429" cy="3063875"/>
          </a:xfrm>
        </p:spPr>
        <p:txBody>
          <a:bodyPr/>
          <a:lstStyle/>
          <a:p>
            <a:r>
              <a:rPr lang="en-MY" dirty="0"/>
              <a:t>History: Nak </a:t>
            </a:r>
            <a:r>
              <a:rPr lang="en-MY" dirty="0" err="1"/>
              <a:t>mencuba</a:t>
            </a:r>
            <a:r>
              <a:rPr lang="en-MY" dirty="0"/>
              <a:t> Gemini pro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61E5ED-7656-445D-0B48-F9A7774FA9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1828" y="157492"/>
            <a:ext cx="5863031" cy="4267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76A1C2-2957-6B64-A5BF-FD8F00561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13215"/>
            <a:ext cx="12192000" cy="264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242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E8A8E-1FB2-F990-D47E-2870F7221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Minimum Jam Pengajaran Berkesan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3F2697-8697-DAEA-F86D-B6F7252863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048" y="1876922"/>
            <a:ext cx="6477904" cy="42487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EFA5A56B-377B-EF18-C25B-8F3DE4B09BF5}"/>
              </a:ext>
            </a:extLst>
          </p:cNvPr>
          <p:cNvSpPr/>
          <p:nvPr/>
        </p:nvSpPr>
        <p:spPr>
          <a:xfrm>
            <a:off x="7216876" y="3114368"/>
            <a:ext cx="334297" cy="3146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461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298B5-EEF7-EE7F-C858-07A6363C5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355153-324E-425F-5F0D-32478D72B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75050" y="699643"/>
            <a:ext cx="12192879" cy="9910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109789-EDE9-CCE2-C47E-4FF37773A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77" y="2014320"/>
            <a:ext cx="9896709" cy="25978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A19474-67C9-752E-0F5B-5C1486424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607" y="4740149"/>
            <a:ext cx="8938050" cy="211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844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DADC-C8BD-3CBD-6158-3EBE956F4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Front page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9C289C-C198-F70D-E577-69B352684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9694" y="1690688"/>
            <a:ext cx="6712998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A6E2BB-8EC6-1CF1-90D2-D008D7BAFCC0}"/>
              </a:ext>
            </a:extLst>
          </p:cNvPr>
          <p:cNvSpPr txBox="1"/>
          <p:nvPr/>
        </p:nvSpPr>
        <p:spPr>
          <a:xfrm>
            <a:off x="7905135" y="3057832"/>
            <a:ext cx="1809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BTA Online Apps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6800855-47C2-297D-312E-D3DDCAE9B805}"/>
              </a:ext>
            </a:extLst>
          </p:cNvPr>
          <p:cNvCxnSpPr>
            <a:endCxn id="6" idx="1"/>
          </p:cNvCxnSpPr>
          <p:nvPr/>
        </p:nvCxnSpPr>
        <p:spPr>
          <a:xfrm flipV="1">
            <a:off x="5289755" y="3242498"/>
            <a:ext cx="2615380" cy="6238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03676D1-C87F-0A05-E5F6-09E1C016997F}"/>
              </a:ext>
            </a:extLst>
          </p:cNvPr>
          <p:cNvSpPr txBox="1"/>
          <p:nvPr/>
        </p:nvSpPr>
        <p:spPr>
          <a:xfrm>
            <a:off x="7814186" y="4145666"/>
            <a:ext cx="4178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Record for all staf using BTA Online Apps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8FDC52E-D7D1-F28C-51F4-3FA1CD2CB8AB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289755" y="4237703"/>
            <a:ext cx="2524431" cy="92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D5AFF06-CF57-EEE8-8FEA-686B71559B0C}"/>
              </a:ext>
            </a:extLst>
          </p:cNvPr>
          <p:cNvSpPr txBox="1"/>
          <p:nvPr/>
        </p:nvSpPr>
        <p:spPr>
          <a:xfrm>
            <a:off x="969694" y="14133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https://sites.google.com/unimap.edu.my/btafkten/home?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56460B-62D7-8A42-3F1A-96B511108CD5}"/>
              </a:ext>
            </a:extLst>
          </p:cNvPr>
          <p:cNvSpPr txBox="1"/>
          <p:nvPr/>
        </p:nvSpPr>
        <p:spPr>
          <a:xfrm>
            <a:off x="4876801" y="2156677"/>
            <a:ext cx="2611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Berdasarkan tahun 2026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395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D8019-AD16-A113-BD73-CF4480C10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BTA Online Apps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B46AD9-3813-D7F4-3E56-7EC722B399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9296" y="1825625"/>
            <a:ext cx="603340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883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9AEFA-A1B0-4E1E-70B6-C2CA59024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Record for all staf using BTA Online Apps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882A13-325C-0266-9845-2D459AEF5D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4688"/>
          <a:stretch>
            <a:fillRect/>
          </a:stretch>
        </p:blipFill>
        <p:spPr>
          <a:xfrm>
            <a:off x="1300545" y="5142270"/>
            <a:ext cx="9052823" cy="1154251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C2BB5055-FEC9-1D88-5B2C-A4E4B08BFA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945" b="66982"/>
          <a:stretch>
            <a:fillRect/>
          </a:stretch>
        </p:blipFill>
        <p:spPr>
          <a:xfrm>
            <a:off x="1300545" y="1460526"/>
            <a:ext cx="9052823" cy="256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330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C19CF-201E-24D0-2A82-810EEABE0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Check record 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FD2B8A-9F56-FCB5-7466-701467993C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8272"/>
          <a:stretch>
            <a:fillRect/>
          </a:stretch>
        </p:blipFill>
        <p:spPr>
          <a:xfrm>
            <a:off x="1551852" y="4173833"/>
            <a:ext cx="8935697" cy="13255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578CD6-FCBB-5EED-A5F0-ACCD8B1F0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852" y="2125333"/>
            <a:ext cx="8087854" cy="17814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A1B6BC-E198-DAC7-3551-8A02A33F324B}"/>
              </a:ext>
            </a:extLst>
          </p:cNvPr>
          <p:cNvSpPr txBox="1"/>
          <p:nvPr/>
        </p:nvSpPr>
        <p:spPr>
          <a:xfrm>
            <a:off x="1465006" y="1940667"/>
            <a:ext cx="244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BTA record per lecturer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EFAF39-1528-B7AD-BBE5-1098D588F333}"/>
              </a:ext>
            </a:extLst>
          </p:cNvPr>
          <p:cNvSpPr txBox="1"/>
          <p:nvPr/>
        </p:nvSpPr>
        <p:spPr>
          <a:xfrm>
            <a:off x="1465005" y="3855629"/>
            <a:ext cx="2410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BTA record per subject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358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851725-5AB1-0890-478B-AE4588268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Penggunaan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66DA573-4611-CC71-5E15-4CF97352DF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446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93ACF-F7B5-E692-1C25-F5F7C425F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B0915-18F5-43BE-BD0D-C46207632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Front page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00C500-E680-5591-41A2-A20D7A6CB1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9694" y="1690688"/>
            <a:ext cx="6712998" cy="435133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A2AFE6B-77B8-E4D1-70A0-19395F6B0EA9}"/>
              </a:ext>
            </a:extLst>
          </p:cNvPr>
          <p:cNvSpPr txBox="1"/>
          <p:nvPr/>
        </p:nvSpPr>
        <p:spPr>
          <a:xfrm>
            <a:off x="969694" y="14133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https://sites.google.com/unimap.edu.my/btafkten/home?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9EE62E4-6880-1F34-38DE-79EF929C53B1}"/>
              </a:ext>
            </a:extLst>
          </p:cNvPr>
          <p:cNvSpPr/>
          <p:nvPr/>
        </p:nvSpPr>
        <p:spPr>
          <a:xfrm>
            <a:off x="3102429" y="3505200"/>
            <a:ext cx="2340428" cy="5007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77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D2131-5067-A870-F456-A001683C7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2E9FC1-A824-3F3A-CC24-F5F0192229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5458"/>
            <a:ext cx="5777009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EB0CD4-C1C7-07B3-72FD-1BEFBA719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685" y="1119546"/>
            <a:ext cx="5023795" cy="537332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39AF4A1-CE4F-11F3-5D7D-C87A32B2B039}"/>
              </a:ext>
            </a:extLst>
          </p:cNvPr>
          <p:cNvCxnSpPr/>
          <p:nvPr/>
        </p:nvCxnSpPr>
        <p:spPr>
          <a:xfrm flipV="1">
            <a:off x="3441290" y="3429000"/>
            <a:ext cx="3637936" cy="6808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23027AE-F982-CA6C-A15A-4DD9619F8CD3}"/>
              </a:ext>
            </a:extLst>
          </p:cNvPr>
          <p:cNvSpPr txBox="1"/>
          <p:nvPr/>
        </p:nvSpPr>
        <p:spPr>
          <a:xfrm>
            <a:off x="1367991" y="3554614"/>
            <a:ext cx="1221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Username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40410D0-B5F1-D0AF-13CC-8E57057BB70A}"/>
              </a:ext>
            </a:extLst>
          </p:cNvPr>
          <p:cNvCxnSpPr>
            <a:cxnSpLocks/>
          </p:cNvCxnSpPr>
          <p:nvPr/>
        </p:nvCxnSpPr>
        <p:spPr>
          <a:xfrm flipV="1">
            <a:off x="2418735" y="3465768"/>
            <a:ext cx="341619" cy="1557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31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F0A1-F3D1-AE12-A916-0ACB10E81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CCFE5B-8DA2-7E46-FADB-4058B60798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1162" y="365125"/>
            <a:ext cx="9319002" cy="600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631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9D514-5E70-8CA7-B076-DEFA9104D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Semester registration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1B3D4-66E5-6017-2016-3E3407082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701714-4372-CDA6-8DD7-02502AB344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823"/>
          <a:stretch>
            <a:fillRect/>
          </a:stretch>
        </p:blipFill>
        <p:spPr>
          <a:xfrm>
            <a:off x="1143000" y="2022271"/>
            <a:ext cx="6361471" cy="2438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05E894-31DF-840C-FF3C-3AA84937CB57}"/>
              </a:ext>
            </a:extLst>
          </p:cNvPr>
          <p:cNvSpPr txBox="1"/>
          <p:nvPr/>
        </p:nvSpPr>
        <p:spPr>
          <a:xfrm>
            <a:off x="2477729" y="2615381"/>
            <a:ext cx="303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MY" dirty="0">
                <a:solidFill>
                  <a:srgbClr val="FF0000"/>
                </a:solidFill>
              </a:rPr>
              <a:t>Register all semester in 2026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5EC79A-3856-8AE4-7143-8E1D0FD18594}"/>
              </a:ext>
            </a:extLst>
          </p:cNvPr>
          <p:cNvSpPr txBox="1"/>
          <p:nvPr/>
        </p:nvSpPr>
        <p:spPr>
          <a:xfrm>
            <a:off x="2723535" y="4857135"/>
            <a:ext cx="115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MY" dirty="0">
                <a:solidFill>
                  <a:srgbClr val="FF0000"/>
                </a:solidFill>
              </a:rPr>
              <a:t>Deletable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0E071C-A60F-66CD-4063-78C68F443892}"/>
              </a:ext>
            </a:extLst>
          </p:cNvPr>
          <p:cNvCxnSpPr/>
          <p:nvPr/>
        </p:nvCxnSpPr>
        <p:spPr>
          <a:xfrm flipH="1" flipV="1">
            <a:off x="2251587" y="4001294"/>
            <a:ext cx="589936" cy="8165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0FFED56-D2E8-605A-27DC-DF3D3DC8C3A9}"/>
              </a:ext>
            </a:extLst>
          </p:cNvPr>
          <p:cNvCxnSpPr>
            <a:stCxn id="7" idx="0"/>
          </p:cNvCxnSpPr>
          <p:nvPr/>
        </p:nvCxnSpPr>
        <p:spPr>
          <a:xfrm flipV="1">
            <a:off x="3301129" y="4149213"/>
            <a:ext cx="71336" cy="7079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773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1F371-6379-FE5D-6AE2-E31DB06C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Choose subject and identifying subject owner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4FA1C6-6612-8FC6-8E2B-924B59DE69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37433"/>
            <a:ext cx="10515600" cy="33277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B64B41-9BE1-C09D-397C-FCC80020CB73}"/>
              </a:ext>
            </a:extLst>
          </p:cNvPr>
          <p:cNvSpPr txBox="1"/>
          <p:nvPr/>
        </p:nvSpPr>
        <p:spPr>
          <a:xfrm>
            <a:off x="619433" y="3244334"/>
            <a:ext cx="1984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MY" dirty="0">
                <a:solidFill>
                  <a:srgbClr val="FF0000"/>
                </a:solidFill>
              </a:rPr>
              <a:t>1. Choose subject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60E7EB-E45F-53D1-E6E1-C3736DFE8D8E}"/>
              </a:ext>
            </a:extLst>
          </p:cNvPr>
          <p:cNvSpPr txBox="1"/>
          <p:nvPr/>
        </p:nvSpPr>
        <p:spPr>
          <a:xfrm>
            <a:off x="6336891" y="4010689"/>
            <a:ext cx="27045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MY" dirty="0">
                <a:solidFill>
                  <a:srgbClr val="FF0000"/>
                </a:solidFill>
              </a:rPr>
              <a:t>2. Choose owner</a:t>
            </a:r>
            <a:br>
              <a:rPr lang="en-MY" dirty="0">
                <a:solidFill>
                  <a:srgbClr val="FF0000"/>
                </a:solidFill>
              </a:rPr>
            </a:br>
            <a:r>
              <a:rPr lang="en-MY" dirty="0">
                <a:solidFill>
                  <a:srgbClr val="FF0000"/>
                </a:solidFill>
              </a:rPr>
              <a:t>	Self (Automatic)</a:t>
            </a:r>
            <a:br>
              <a:rPr lang="en-MY" dirty="0">
                <a:solidFill>
                  <a:srgbClr val="FF0000"/>
                </a:solidFill>
              </a:rPr>
            </a:br>
            <a:r>
              <a:rPr lang="en-MY" dirty="0">
                <a:solidFill>
                  <a:srgbClr val="FF0000"/>
                </a:solidFill>
              </a:rPr>
              <a:t>	Other (Select)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14B950-9A99-213B-3467-CF9023F5D489}"/>
              </a:ext>
            </a:extLst>
          </p:cNvPr>
          <p:cNvSpPr txBox="1"/>
          <p:nvPr/>
        </p:nvSpPr>
        <p:spPr>
          <a:xfrm>
            <a:off x="3363813" y="4387863"/>
            <a:ext cx="2008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MY" dirty="0">
                <a:solidFill>
                  <a:srgbClr val="FF0000"/>
                </a:solidFill>
              </a:rPr>
              <a:t>Multiple selection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015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B413A-F623-1869-ABFB-32E743B98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Jenis </a:t>
            </a:r>
            <a:r>
              <a:rPr lang="en-MY" dirty="0" err="1"/>
              <a:t>makmal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6B8F315-6654-1FC8-DC33-76180DF9EC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28417"/>
            <a:ext cx="10515600" cy="3745753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DBBF2FC-0C8E-BB2F-9941-628A944A7B44}"/>
              </a:ext>
            </a:extLst>
          </p:cNvPr>
          <p:cNvSpPr/>
          <p:nvPr/>
        </p:nvSpPr>
        <p:spPr>
          <a:xfrm>
            <a:off x="9492343" y="2481943"/>
            <a:ext cx="1698171" cy="9470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6537EAA-B396-E95C-7AA5-A357A62BC64C}"/>
              </a:ext>
            </a:extLst>
          </p:cNvPr>
          <p:cNvSpPr/>
          <p:nvPr/>
        </p:nvSpPr>
        <p:spPr>
          <a:xfrm>
            <a:off x="2378530" y="3265716"/>
            <a:ext cx="1698171" cy="1981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ECB733E-1022-C713-6BEB-87B8FD38EDD8}"/>
              </a:ext>
            </a:extLst>
          </p:cNvPr>
          <p:cNvSpPr/>
          <p:nvPr/>
        </p:nvSpPr>
        <p:spPr>
          <a:xfrm>
            <a:off x="680359" y="5246915"/>
            <a:ext cx="1698171" cy="62725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A49D28E-065A-D8C7-024D-008204811875}"/>
              </a:ext>
            </a:extLst>
          </p:cNvPr>
          <p:cNvCxnSpPr/>
          <p:nvPr/>
        </p:nvCxnSpPr>
        <p:spPr>
          <a:xfrm flipH="1">
            <a:off x="4076701" y="3429000"/>
            <a:ext cx="5731328" cy="9579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146CFA5-E025-506A-486E-03101C4FA74A}"/>
              </a:ext>
            </a:extLst>
          </p:cNvPr>
          <p:cNvCxnSpPr/>
          <p:nvPr/>
        </p:nvCxnSpPr>
        <p:spPr>
          <a:xfrm flipH="1">
            <a:off x="1872343" y="4702629"/>
            <a:ext cx="631371" cy="5442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476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3D82B6-1E47-B816-6A67-1A7B67E17E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565" y="213134"/>
            <a:ext cx="11035220" cy="66448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C37B01-249E-E180-BF54-6ABFE435A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MY" dirty="0"/>
              <a:t>Self-owned subject vs other owner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8F9C20-7AE5-D3C7-6BCA-80FE63C91297}"/>
              </a:ext>
            </a:extLst>
          </p:cNvPr>
          <p:cNvSpPr/>
          <p:nvPr/>
        </p:nvSpPr>
        <p:spPr>
          <a:xfrm>
            <a:off x="6204155" y="3549445"/>
            <a:ext cx="2517058" cy="26055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31CA82-1409-EF30-0102-E60372C80787}"/>
              </a:ext>
            </a:extLst>
          </p:cNvPr>
          <p:cNvSpPr/>
          <p:nvPr/>
        </p:nvSpPr>
        <p:spPr>
          <a:xfrm>
            <a:off x="6204155" y="2846441"/>
            <a:ext cx="2517058" cy="319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7B2222-684D-42DE-5EED-357C013B6EC5}"/>
              </a:ext>
            </a:extLst>
          </p:cNvPr>
          <p:cNvSpPr/>
          <p:nvPr/>
        </p:nvSpPr>
        <p:spPr>
          <a:xfrm>
            <a:off x="10628671" y="2467897"/>
            <a:ext cx="725129" cy="5211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8509DF-F685-B37C-D767-CCE6D4AE2B8C}"/>
              </a:ext>
            </a:extLst>
          </p:cNvPr>
          <p:cNvSpPr/>
          <p:nvPr/>
        </p:nvSpPr>
        <p:spPr>
          <a:xfrm>
            <a:off x="475635" y="1558183"/>
            <a:ext cx="1028700" cy="5211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ACAF15E-5F4D-36A2-55F5-2B7C27F6B709}"/>
              </a:ext>
            </a:extLst>
          </p:cNvPr>
          <p:cNvSpPr/>
          <p:nvPr/>
        </p:nvSpPr>
        <p:spPr>
          <a:xfrm>
            <a:off x="323850" y="402199"/>
            <a:ext cx="1028700" cy="5211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05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BB9D9-65F8-9BA0-642B-9DD684277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19EA16-1288-1550-3CAE-498481FA72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5065" y="-288312"/>
            <a:ext cx="10333848" cy="725889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78144D9-19F3-E876-8EC1-39B154E3166B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D925E1-89F5-1938-64CE-41C5443E1E9F}"/>
              </a:ext>
            </a:extLst>
          </p:cNvPr>
          <p:cNvSpPr/>
          <p:nvPr/>
        </p:nvSpPr>
        <p:spPr>
          <a:xfrm>
            <a:off x="9655277" y="5230761"/>
            <a:ext cx="1150375" cy="14060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46533F4-38FF-7F95-CCDF-77D4EDD54869}"/>
              </a:ext>
            </a:extLst>
          </p:cNvPr>
          <p:cNvSpPr/>
          <p:nvPr/>
        </p:nvSpPr>
        <p:spPr>
          <a:xfrm>
            <a:off x="7620000" y="1052052"/>
            <a:ext cx="501445" cy="40312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054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8CD95-1931-8F76-019D-43916A1FF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Jenis </a:t>
            </a:r>
            <a:r>
              <a:rPr lang="en-MY" dirty="0" err="1"/>
              <a:t>makmal</a:t>
            </a:r>
            <a:r>
              <a:rPr lang="en-MY" dirty="0"/>
              <a:t> (self/other owner)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83B9597-A69E-7DF0-4EFE-BE7D2C0F8D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69840"/>
            <a:ext cx="10515600" cy="36307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09B081-4EF8-B431-DB57-601FA9C64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49" y="5194548"/>
            <a:ext cx="11650701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356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3F28B3-95EA-95E5-361D-9BA68BFEE7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Lab/class assistant &amp; approval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901E409-28AE-5F5C-73D0-336F2CBE1D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57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C5AAB-10A3-19F0-5E03-CBA206D5E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C79024-419F-D179-49E2-820596B66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03" y="0"/>
            <a:ext cx="9750489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17098B2-6061-46CC-D5E8-C2C7EC27289C}"/>
              </a:ext>
            </a:extLst>
          </p:cNvPr>
          <p:cNvSpPr/>
          <p:nvPr/>
        </p:nvSpPr>
        <p:spPr>
          <a:xfrm>
            <a:off x="9124335" y="5426412"/>
            <a:ext cx="560439" cy="4424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26F717-CD00-E89F-8E8E-F8A9766B1662}"/>
              </a:ext>
            </a:extLst>
          </p:cNvPr>
          <p:cNvSpPr/>
          <p:nvPr/>
        </p:nvSpPr>
        <p:spPr>
          <a:xfrm>
            <a:off x="368709" y="76431"/>
            <a:ext cx="1805776" cy="4424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FD1942-C25F-5A0F-4220-B25E5C298D1B}"/>
              </a:ext>
            </a:extLst>
          </p:cNvPr>
          <p:cNvSpPr txBox="1"/>
          <p:nvPr/>
        </p:nvSpPr>
        <p:spPr>
          <a:xfrm>
            <a:off x="9124335" y="519143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MY" dirty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72D5FE-0159-1206-E1A5-ADAC06499C30}"/>
              </a:ext>
            </a:extLst>
          </p:cNvPr>
          <p:cNvSpPr txBox="1"/>
          <p:nvPr/>
        </p:nvSpPr>
        <p:spPr>
          <a:xfrm>
            <a:off x="2174485" y="14955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MY" dirty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EA8FD0-305C-6024-B2A2-B9EB728DC64D}"/>
              </a:ext>
            </a:extLst>
          </p:cNvPr>
          <p:cNvSpPr txBox="1"/>
          <p:nvPr/>
        </p:nvSpPr>
        <p:spPr>
          <a:xfrm>
            <a:off x="1812247" y="38166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MY" dirty="0">
                <a:solidFill>
                  <a:srgbClr val="FF0000"/>
                </a:solidFill>
              </a:rPr>
              <a:t>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1EDD13-EC9F-EBCC-1D6D-D6F9C0A8C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MY" dirty="0"/>
              <a:t>Request for approval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106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629EC-33B3-EBE4-2892-00F9373BA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After click button “send”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899244-3959-79BB-FA09-CEDBB4710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1977"/>
          <a:stretch>
            <a:fillRect/>
          </a:stretch>
        </p:blipFill>
        <p:spPr>
          <a:xfrm>
            <a:off x="0" y="3722914"/>
            <a:ext cx="11906415" cy="15457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7B3CE6-A07C-5D63-A114-109E013A35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063" b="9365"/>
          <a:stretch>
            <a:fillRect/>
          </a:stretch>
        </p:blipFill>
        <p:spPr>
          <a:xfrm>
            <a:off x="103388" y="1317172"/>
            <a:ext cx="11833927" cy="154577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4511D209-775D-5C93-36CE-AB78F1C52413}"/>
              </a:ext>
            </a:extLst>
          </p:cNvPr>
          <p:cNvSpPr/>
          <p:nvPr/>
        </p:nvSpPr>
        <p:spPr>
          <a:xfrm>
            <a:off x="11073580" y="1899447"/>
            <a:ext cx="560439" cy="4424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90B9C66-EE3A-A11E-B162-A9B8FDA8DE88}"/>
              </a:ext>
            </a:extLst>
          </p:cNvPr>
          <p:cNvCxnSpPr>
            <a:cxnSpLocks/>
          </p:cNvCxnSpPr>
          <p:nvPr/>
        </p:nvCxnSpPr>
        <p:spPr>
          <a:xfrm>
            <a:off x="8501743" y="2449285"/>
            <a:ext cx="0" cy="21227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510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4376B-471B-7F10-D46B-9C40C35CC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6BB711-648A-89B3-D4ED-BBBD094FAA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278" y="1368424"/>
            <a:ext cx="11517443" cy="568551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807D16D-DE3C-681B-0C4A-B54608D2CCEB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MY" dirty="0"/>
              <a:t>Subject owner receives email for approval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961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8B976-2189-DDC3-1C40-DDC50A2F5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EED3E-9E20-A43C-D7E0-0CE5DB718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After click button “send”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62CE9A-E6FC-17B6-A668-D84644825D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1977"/>
          <a:stretch>
            <a:fillRect/>
          </a:stretch>
        </p:blipFill>
        <p:spPr>
          <a:xfrm>
            <a:off x="-23731" y="3100495"/>
            <a:ext cx="11906415" cy="15457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3DDF57-BE40-3221-369C-1D0DD52804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063" b="9365"/>
          <a:stretch>
            <a:fillRect/>
          </a:stretch>
        </p:blipFill>
        <p:spPr>
          <a:xfrm>
            <a:off x="103388" y="1317172"/>
            <a:ext cx="11833927" cy="154577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E3173CF0-6BC9-16BB-CA1F-ECDCD269A56F}"/>
              </a:ext>
            </a:extLst>
          </p:cNvPr>
          <p:cNvSpPr/>
          <p:nvPr/>
        </p:nvSpPr>
        <p:spPr>
          <a:xfrm>
            <a:off x="11073580" y="1899447"/>
            <a:ext cx="560439" cy="4424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AA71B9-92C5-9BE5-6862-9132E180E6A4}"/>
              </a:ext>
            </a:extLst>
          </p:cNvPr>
          <p:cNvCxnSpPr>
            <a:cxnSpLocks/>
          </p:cNvCxnSpPr>
          <p:nvPr/>
        </p:nvCxnSpPr>
        <p:spPr>
          <a:xfrm>
            <a:off x="8501743" y="2449285"/>
            <a:ext cx="0" cy="15131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ACAA813-57FF-67F6-BE0A-8A55B44995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1480"/>
          <a:stretch>
            <a:fillRect/>
          </a:stretch>
        </p:blipFill>
        <p:spPr>
          <a:xfrm>
            <a:off x="211950" y="5312228"/>
            <a:ext cx="11422069" cy="1354301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97A8958-F9A7-E798-9384-E5B2564BF150}"/>
              </a:ext>
            </a:extLst>
          </p:cNvPr>
          <p:cNvCxnSpPr>
            <a:cxnSpLocks/>
          </p:cNvCxnSpPr>
          <p:nvPr/>
        </p:nvCxnSpPr>
        <p:spPr>
          <a:xfrm>
            <a:off x="8501743" y="4199952"/>
            <a:ext cx="0" cy="17894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6541AA2-CB4B-AB0F-64FA-F966654823E6}"/>
              </a:ext>
            </a:extLst>
          </p:cNvPr>
          <p:cNvSpPr txBox="1"/>
          <p:nvPr/>
        </p:nvSpPr>
        <p:spPr>
          <a:xfrm>
            <a:off x="8501743" y="4725333"/>
            <a:ext cx="1957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MY" dirty="0">
                <a:solidFill>
                  <a:srgbClr val="FF0000"/>
                </a:solidFill>
              </a:rPr>
              <a:t>If owner approved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39D0BA-B042-B895-8290-D4D80B70D77C}"/>
              </a:ext>
            </a:extLst>
          </p:cNvPr>
          <p:cNvSpPr/>
          <p:nvPr/>
        </p:nvSpPr>
        <p:spPr>
          <a:xfrm>
            <a:off x="9862457" y="5989378"/>
            <a:ext cx="979712" cy="3678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250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B9DD3-1492-75F9-53F2-83661B1E9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7BAEB-02E1-14F3-C5AE-8384671FC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F78FD2-D345-A3CB-0DD8-89A7B7BA4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87" y="0"/>
            <a:ext cx="105082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76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1EC1-1DEE-F3BB-A432-6E12B9149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56F600-060A-2362-5FD6-9F25B86414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5005" y="2077625"/>
            <a:ext cx="7964011" cy="1819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55CD20-3BBB-264A-957A-ECEE50F2B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05" y="4316805"/>
            <a:ext cx="9088118" cy="1686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EFB0CF-24CE-4F21-5E32-BB66AC9DA1FA}"/>
              </a:ext>
            </a:extLst>
          </p:cNvPr>
          <p:cNvSpPr txBox="1"/>
          <p:nvPr/>
        </p:nvSpPr>
        <p:spPr>
          <a:xfrm>
            <a:off x="1465006" y="1940667"/>
            <a:ext cx="244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BTA record per lecturer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666D74-6543-FED0-8556-8A73AC92BB55}"/>
              </a:ext>
            </a:extLst>
          </p:cNvPr>
          <p:cNvSpPr txBox="1"/>
          <p:nvPr/>
        </p:nvSpPr>
        <p:spPr>
          <a:xfrm>
            <a:off x="1465005" y="4034112"/>
            <a:ext cx="2410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BTA record per subject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531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>
            <a:solidFill>
              <a:srgbClr val="FF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185</Words>
  <Application>Microsoft Office PowerPoint</Application>
  <PresentationFormat>Widescreen</PresentationFormat>
  <Paragraphs>39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BTA Online Apps</vt:lpstr>
      <vt:lpstr>History: Nak mencuba Gemini pro</vt:lpstr>
      <vt:lpstr>Minimum Jam Pengajaran Berkesan</vt:lpstr>
      <vt:lpstr>PowerPoint Presentation</vt:lpstr>
      <vt:lpstr>Front page</vt:lpstr>
      <vt:lpstr>BTA Online Apps</vt:lpstr>
      <vt:lpstr>Record for all staf using BTA Online Apps</vt:lpstr>
      <vt:lpstr>Check record </vt:lpstr>
      <vt:lpstr>Penggunaan</vt:lpstr>
      <vt:lpstr>Front page</vt:lpstr>
      <vt:lpstr>PowerPoint Presentation</vt:lpstr>
      <vt:lpstr>PowerPoint Presentation</vt:lpstr>
      <vt:lpstr>Semester registration</vt:lpstr>
      <vt:lpstr>Choose subject and identifying subject owner</vt:lpstr>
      <vt:lpstr>Jenis makmal</vt:lpstr>
      <vt:lpstr>Self-owned subject vs other owner</vt:lpstr>
      <vt:lpstr>PowerPoint Presentation</vt:lpstr>
      <vt:lpstr>Jenis makmal (self/other owner)</vt:lpstr>
      <vt:lpstr>Lab/class assistant &amp; approval</vt:lpstr>
      <vt:lpstr>Request for approval </vt:lpstr>
      <vt:lpstr>After click button “send”</vt:lpstr>
      <vt:lpstr>PowerPoint Presentation</vt:lpstr>
      <vt:lpstr>After click button “send”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mohd fairus ahmad</dc:creator>
  <cp:lastModifiedBy>mohd fairus ahmad</cp:lastModifiedBy>
  <cp:revision>1</cp:revision>
  <dcterms:created xsi:type="dcterms:W3CDTF">2026-04-01T05:00:41Z</dcterms:created>
  <dcterms:modified xsi:type="dcterms:W3CDTF">2026-04-02T02:18:12Z</dcterms:modified>
</cp:coreProperties>
</file>